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LabNote 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93C5FD"/>
                </a:solidFill>
                <a:latin typeface="맑은 고딕"/>
              </a:defRPr>
            </a:pPr>
            <a:r>
              <a:t>전자연구노트 협업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맑은 고딕"/>
              </a:defRPr>
            </a:pPr>
            <a:r>
              <a:t>사 용 자  매 뉴 얼 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3C5FD"/>
                </a:solidFill>
                <a:latin typeface="맑은 고딕"/>
              </a:defRPr>
            </a:pPr>
            <a:r>
              <a:t>연구노트  |  전자서명  |  프로토콜  |  인벤토리  |  예약  |  통합검색  |  감사로그  |  내보내기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34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시스템 개요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접속 및 로그인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7744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231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화면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7180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17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대시보드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6616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118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062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프로토콜 (템플릿)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00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18872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2344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2344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장비/회의실 예약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78308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828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8288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통합 검색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37744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4231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4231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전자서명 / 규정 준수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97180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0175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0175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감사 로그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56616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611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6118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내보내기 (PDF/ZIP)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16052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206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2062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알림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754880"/>
            <a:ext cx="54864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006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8006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93B"/>
                </a:solidFill>
                <a:latin typeface="맑은 고딕"/>
              </a:defRPr>
            </a:pPr>
            <a:r>
              <a:t>관리자 기능 / 역할 / 권한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01. 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E293B"/>
                </a:solidFill>
                <a:latin typeface="맑은 고딕"/>
              </a:defRPr>
            </a:pPr>
            <a:r>
              <a:t>LabNote ELN은 연구실에서 사용하는 전자연구노트 협업 플랫폼입니다.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560320" cy="7315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노트 작성, 편집, 버전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실시간 다중 사용자 협업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5603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전자서명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SHA-256 해시체인 서명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무결성 검증, 규정 준수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56032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맑은 고딕"/>
              </a:defRPr>
            </a:pPr>
            <a:r>
              <a:t>프로토콜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실험법/SOP 템플릿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공유 및 재사용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45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1645920"/>
            <a:ext cx="256032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874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9E0B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시약/샘플/장비 재고 추적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06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만료/부족 알림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31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3931920"/>
            <a:ext cx="256032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예약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장비/회의실 예약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92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승인/반려 워크플로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931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74720" y="3931920"/>
            <a:ext cx="25603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4160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5CF6"/>
                </a:solidFill>
                <a:latin typeface="맑은 고딕"/>
              </a:defRPr>
            </a:pPr>
            <a:r>
              <a:t>통합 검색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노트/템플릿/인벤토리 통합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892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한국어 형태소 분석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931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3931920"/>
            <a:ext cx="256032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160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F4444"/>
                </a:solidFill>
                <a:latin typeface="맑은 고딕"/>
              </a:defRPr>
            </a:pPr>
            <a:r>
              <a:t>감사 로그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모든 활동 자동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892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필터링 및 추적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9319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44000" y="3931920"/>
            <a:ext cx="2560320" cy="73152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41605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C4899"/>
                </a:solidFill>
                <a:latin typeface="맑은 고딕"/>
              </a:defRPr>
            </a:pPr>
            <a:r>
              <a:t>내보내기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572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PDF / ZIP / 보고서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8920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비동기 생성, 실시간 알림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01. 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MSA 기반 온프레미스 Docker Compose 배포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18320" cy="6400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API Gateway  (Fastify :8000)  —  JWT 검증  |  프록시  |  Rate Limit  |  SSE  |  대시보드 집계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auth</a:t>
            </a:r>
            <a:br/>
            <a:r>
              <a:t>:8001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조직/사용자</a:t>
            </a:r>
            <a:br/>
            <a:r>
              <a:t>RBAC,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eln</a:t>
            </a:r>
            <a:br/>
            <a:r>
              <a:t>:8002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연구노트</a:t>
            </a:r>
            <a:br/>
            <a:r>
              <a:t>버전관리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sig-audit</a:t>
            </a:r>
            <a:br/>
            <a:r>
              <a:t>:8003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전자서명</a:t>
            </a:r>
            <a:br/>
            <a:r>
              <a:t>감사로그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inventory</a:t>
            </a:r>
            <a:br/>
            <a:r>
              <a:t>:8004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시약/장비</a:t>
            </a:r>
            <a:br/>
            <a:r>
              <a:t>재고관리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scheduler</a:t>
            </a:r>
            <a:br/>
            <a:r>
              <a:t>:8005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예약</a:t>
            </a:r>
            <a:br/>
            <a:r>
              <a:t>승인 워크플로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search</a:t>
            </a:r>
            <a:br/>
            <a:r>
              <a:t>:8006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통합검색</a:t>
            </a:r>
            <a:br/>
            <a:r>
              <a:t>OpenSearch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file</a:t>
            </a:r>
            <a:br/>
            <a:r>
              <a:t>:8008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파일 업/다운</a:t>
            </a:r>
            <a:br/>
            <a:r>
              <a:t>MinIO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78440" y="2560320"/>
            <a:ext cx="12801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265176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collab</a:t>
            </a:r>
            <a:br/>
            <a:r>
              <a:t>:8009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200400"/>
            <a:ext cx="1188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실시간 협업</a:t>
            </a:r>
            <a:br/>
            <a:r>
              <a:t>WebSocket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인프라 컴포넌트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17720"/>
            <a:ext cx="21031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PostgreSQL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단일 인스턴스</a:t>
            </a:r>
            <a:br/>
            <a:r>
              <a:t>서비스별 스키마 분리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617720"/>
            <a:ext cx="21031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7091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Redis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07492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캐시, Stream, Pub/Sub</a:t>
            </a:r>
            <a:br/>
            <a:r>
              <a:t>BullMQ, 세션 관리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4617720"/>
            <a:ext cx="21031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7091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MinIO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07492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S3 호환 오브젝트 스토리지</a:t>
            </a:r>
            <a:br/>
            <a:r>
              <a:t>파일 업로드/다운로드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617720"/>
            <a:ext cx="21031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7091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OpenSearch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07492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통합 검색 엔진</a:t>
            </a:r>
            <a:br/>
            <a:r>
              <a:t>한국어 nori 분석기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4617720"/>
            <a:ext cx="21031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47091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Keycloak 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507492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SSO (선택)</a:t>
            </a:r>
            <a:br/>
            <a:r>
              <a:t>JWKS 연동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02.  접속 및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Login &amp;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로그인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브라우저에서 http://localhost:5173 접속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이메일과 비밀번호 입력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"로그인" 버튼 클릭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로그인 성공 시 대시보드(/) 자동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로그아웃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우측 상단 사용자 아바타 클릭 → 로그아웃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환경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언어 전환: 헤더의 언어(🌐) 버튼 → 한국어/영어 전환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테마 전환: 헤더의 테마(🌙) 버튼 → 라이트/다크 모드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로그인 화면에서도 언어 전환 가능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언어 설정은 브라우저에 저장되어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접속 URL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65760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 프론트엔드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http://localhost:5173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인벤토리 전용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http://localhost:3000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http://localhost:8000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MinIO 콘솔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http://localhost:9001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03. 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UI Layout &amp;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029200" cy="5486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[=]  LabNote                                🌐  🌙  🔔  👤  헤더 영역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사이드바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대시보드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연구노트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15184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프로토콜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71216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27248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예약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95344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서명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51376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감사 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07408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내보내기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19472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맑은 고딕"/>
              </a:defRPr>
            </a:pPr>
            <a:r>
              <a:t>관리자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83080" y="1691640"/>
            <a:ext cx="388620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108960"/>
            <a:ext cx="3886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4748B"/>
                </a:solidFill>
                <a:latin typeface="맑은 고딕"/>
              </a:defRPr>
            </a:pPr>
            <a:r>
              <a:t>메인 콘텐츠 영역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05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사이드바 메뉴 구성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0" y="1417320"/>
          <a:ext cx="4572000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201168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그룹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메뉴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대시보드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연구노트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/notes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프로토콜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/protocols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인벤토리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/inventory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메인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검색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규정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서명 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/signatures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규정 준수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감사 로그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/audit-logs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규정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내보내기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/exports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사용자 관리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/admin/users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역할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/admin/roles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코드 관리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/admin/codes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/admin/settings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04. 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로그인 후 첫 화면. 현재 작업 상황을 한눈에 파악할 수 있습니다. (60초마다 자동 갱신)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내 대시보드 (모든 사용자)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전체 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874519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진행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9456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9E0B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74519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인벤토리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874519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2024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미읽은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19456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F4444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4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최근 노트: 최근 수정한 노트 4건 (클릭 → 노트 이동)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예정 예약: 다가오는 예약 4건 (승인/대기 뱃지)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최근 활동: 최근 감사 로그 4건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알림: 재고 부족/만료 임박 아이템 최대 5건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조직 대시보드 (Admin 전용)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노트 통계: 상태별(초안/진행/서명/잠김) 분류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규정 준수율: 서명 완료 비율 (complianceRate)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인벤토리: 총 수량, 재고 부족, 만료 임박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예약 현황: 대기 중인 예약 수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최근 조직 활동 로그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재고 부족/만료 임박 아이템 상세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89120"/>
            <a:ext cx="502920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48056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40AF"/>
                </a:solidFill>
                <a:latin typeface="맑은 고딕"/>
              </a:defRPr>
            </a:pPr>
            <a:r>
              <a:t>💡 탭으로 "내 대시보드"와 "조직 대시보드"를 전환할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05.  연구노트 — 목록 및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Notes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노트 목록 화면 (/notes)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상태 필터: 전체 / 초안 / 진행 중 / 서명 완료 / 잠김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검색: 제목 또는 태그로 필터링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템플릿 필터: 프로토콜 "노트 보기" 시 자동 적용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"새 노트" 버튼 → 노트 편집기로 이동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노트 카드 클릭 → 해당 노트 편집기로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목록에서 상태 전환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611880"/>
          <a:ext cx="5120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201168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상태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가능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필요 역할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초안(draft)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→ 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모든 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진행 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→ 초안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모든 역할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→ 잠김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Reviewer,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잠김(locked)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→ 초안 (해제)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Admin (비밀번호 필요)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노트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"새 노트" 버튼 클릭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제목과 내용을 입력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저장 버튼 클릭 → 초안(draft) 상태로 생성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프로토콜에서 "노트 작성" 시 템플릿 내용 자동 채움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F4444"/>
                </a:solidFill>
                <a:latin typeface="맑은 고딕"/>
              </a:defRPr>
            </a:pPr>
            <a:r>
              <a:t>삭제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초안(draft) / 진행 중(in_progress)만 삭제 가능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잠김(locked) / 서명 완료(signed)는 삭제 불가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마우스 오버 시 휴지통 아이콘 표시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삭제 전 확인 대화상자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05.  연구노트 — 편집기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Note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노트 편집기 (/notes/:id) — 작성, 편집, 실시간 협업, 첨부파일, 연결, 버전 관리를 모두 수행하는 핵심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51760" cy="3657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편집기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제목 입력 필드 + 본문 텍스트 영역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저장 버튼 (수정 시 리비전 자동 생성)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"진행 시작" 버튼 (draft → in_progress)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"서명" 버튼 (Reviewer/Admin, 비밀번호 필요)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잠김/서명 완료 시 편집 비활성화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651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첨부파일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드래그 앤 드롭 / 클릭 파일 업로드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파일 목록: 이름, MIME, 크기, 날짜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클릭으로 다운로드/열기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마우스 오버 시 삭제 아이콘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새 노트(저장 전) / 잠긴 노트에서 비활성화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2651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연결 (시약/장비)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"시약/장비 연결" → 인벤토리 검색 대화상자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검색 후 클릭하여 연결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유형 뱃지 + 이름 표시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X 버튼으로 연결 해제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새 노트 / 잠긴 노트에서 비활성화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08760"/>
            <a:ext cx="265176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5544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버전 이력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96596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탭 최초 클릭 시 이력 로드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타임라인 뷰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버전 번호, 시간, 변경 요약, 변경자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전체 리비전 내용 확인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1371600"/>
          </a:xfrm>
          <a:prstGeom prst="roundRect">
            <a:avLst/>
          </a:prstGeom>
          <a:solidFill>
            <a:srgbClr val="ECFD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B6D4"/>
                </a:solidFill>
                <a:latin typeface="맑은 고딕"/>
              </a:defRPr>
            </a:pPr>
            <a:r>
              <a:t>실시간 협업 (WebSocket)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같은 노트를 여러 사용자가 동시에 열면 자동 활성화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접속 중인 사용자의 색상 아바타가 상단에 표시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다른 사용자의 편집 내용이 실시간 반영 (400ms 디바운스)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커서 위치(awareness)가 실시간 공유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06.  프로토콜 (템플릿)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Protocols &amp;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반복 사용하는 실험 절차나 SOP를 템플릿으로 관리하고, 이를 기반으로 노트를 빠르게 생성합니다.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프로토콜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"새 템플릿" 버튼 클릭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제목 (필수) 입력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카테고리 선택 (일반/실험법/분석법/품질관리/SOP/안전절차)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설명, 내용(본문), 태그 입력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공개 여부 토글 (공개 시 다른 조직에서도 조회 가능)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저장 클릭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프로토콜 활용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20240"/>
          <a:ext cx="54864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프로토콜 카드 → "노트 작성" → 템플릿 내용이 미리 채워진 새 노트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보기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"노트 보기" → 이 프로토콜로 생성된 노트 목록으로 이동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복사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프로토콜을 복사하여 새 프로토콜 생성 (원본 복사 횟수 증가)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편집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연필 아이콘 → 수정 대화상자 (소유자 / 관리자만)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확인 후 삭제 (소유자 / 관리자만)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881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프로토콜 카드 표시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카테고리 뱃지  |  제목  |  태그  |  사용 횟수("N회 사용됨")  |  공개/비공개 뱃지  |  설명 미리보기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07.  인벤토리 — 시약/장비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Inventory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목록 및 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알림 배너: 만료 임박 / 재고 부족 아이템 수 표시 (클릭 시 필터)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유형 탭: 시약, 샘플, 장비, 소모품, 항체, 플라스미드, 세포주 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상태 필터: 사용 가능/사용 중/소진/만료/폐기/유지보수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텍스트 검색: 이름으로 검색 (300ms 디바운스)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아이템 추가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383280"/>
          <a:ext cx="50292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32004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필수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아이템명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시약, 샘플, 장비 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수량 /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초기 수량, mL/g/EA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최소 수량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이하 시 재고 부족 알림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바코드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고유 바코드 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유효기간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만료일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만료 경고 일수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기본 30일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분류 태그 (여러 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수량 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아이템 행의 수량 조정(↕) 버튼 클릭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변경 유형 선택: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입고(in): 수량 증가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출고(out): 수량 감소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조정(adjust): 절대값 설정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수량 입력 + 사유 입력 (선택)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"이전 수량 → 변경 후 수량" 미리보기 확인 후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아이템 상세 / 이력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14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아이템 행 클릭 → 상세 정보 대화상자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모든 필드 정보 + 변경 이력 테이블: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날짜, 변경 유형, 이전/이후 수량,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이전/이후 상태, 사유, 수행자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303520"/>
            <a:ext cx="5029200" cy="8229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5349240"/>
            <a:ext cx="4663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만료: 빨간색 뱃지 | N일 남음: 주황색 뱃지</a:t>
            </a:r>
            <a:br/>
            <a:r>
              <a:t>재고 부족 (수량 ≤ 최소수량): 주황색 수량 + 경고 아이콘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08.  장비/회의실 예약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예약 생성 및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캘린더 뷰: 주간 월~일, 08:00~17:00 시간 슬롯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승인(APPROVED): 파란색  |  대기(PENDING): 노란색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주 이동: ◀ 이전/다음 ▶, "오늘" 버튼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예약 생성 절차: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1. "새 예약" 버튼 클릭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2. 자원 선택 (장비 또는 회의실)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3. 제목/용도, 날짜, 시작/종료 시간 입력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4. 같은 시간에 충돌 시 오류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예약 상태 흐름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17320"/>
          <a:ext cx="53035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2860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→ 전환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수행자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Admin, 자원 담당자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Admin, 자원 담당자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예약자 본인,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예약자 본인, 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예약자 본인,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자원 관리 (Admin 전용)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장비(EQUIPMENT) / 회의실(ROOM) 유형 구분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자원 등록: 이름, 유형, 위치, 설명, 수용 인원(회의실)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승인 담당자 지정 가능 (미지정 시 Admin이 승인)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비활성화: 대기/승인 예약이 있으면 비활성화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530352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승인/반려 (Reviewer, Admin, 자원 담당자)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승인: 클릭 시 즉시 승인 (DB 비관적 락으로 동시 승인 방지)</a:t>
            </a:r>
            <a:br/>
            <a:r>
              <a:t>반려: 사유 입력 대화상자 → 반려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09.  통합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Unified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노트, 템플릿, 인벤토리를 하나의 검색창에서 통합 검색합니다. 한국어 형태소 분석(nori) 지원.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검색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검색창에 키워드 입력 (300ms 디바운스 자동 검색)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결과 탭으로 구분: 노트 / 템플릿 / 인벤토리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각 탭에 결과 건수 표시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결과 카드 클릭 → 해당 항목으로 이동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한국어 형태소 분석: "실험" → "실험법", "실험 결과" 등 매칭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자동완성 제안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검색 기록 및 즐겨찾기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검색 기록: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검색어가 비어 있을 때 최근 검색 표시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클릭하면 해당 검색어로 재검색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"기록 삭제" 버튼으로 전체 삭제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검색어 즐겨찾기: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별표(★) 버튼으로 현재 검색어 저장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검색창 비어 있을 때 즐겨찾기 섹션 표시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X 버튼으로 개별 삭제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문서 즐겨찾기: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• 노트, 템플릿, 인벤토리 문서를 즐겨찾기 추가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10.  전자서명 및 규정 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Digital Signature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서명 현황 페이지 (/signatures)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서명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463040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087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서명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5564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59E0B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1463040"/>
            <a:ext cx="1371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5087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잠긴 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75564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F4444"/>
                </a:solidFill>
                <a:latin typeface="맑은 고딕"/>
              </a:defRPr>
            </a:pPr>
            <a:r>
              <a:t>2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2423160"/>
          <a:ext cx="54864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256032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노트 상태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버튼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동작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서명 완료 / 잠김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"열람"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읽기 전용으로 노트 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진행 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"서명"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편집기로 이동 (서명 가능)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초안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"수정"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편집기로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전자서명 프로세스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4630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1. 노트 상태 확인: 반드시 "진행 중(in_progress)"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2. 역할 확인: Reviewer 또는 Admin만 서명 가능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3. 노트 편집기에서 "서명" 버튼 클릭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4. 비밀번호 입력 대화상자에서 본인 비밀번호 입력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5. 시스템이 자동 수행: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 • 비밀번호 검증 (auth-service)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 • 노트 내용 SHA-256 해시 계산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 • 이전 서명 해시와 체이닝 (해시체인)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 • 서명 레코드 저장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 • 노트 상태 → 서명 완료(signed) 자동 전환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6. 서명 완료 → 영구 불변 (수정/삭제/상태변경 불가)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13716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핵심 제약사항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 • Researcher는 서명 불가 (note:sign 권한 없음)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 • PATCH /status로 직접 "signed" 전환 불가 — 반드시 서명 프로세스 필요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 • 서명 완료(signed) 상태는 영구 불변 — 어떤 역할도 되돌릴 수 없음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 • DB 트리거 check_note_status_transition()이 잘못된 전환을 최종 차단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11.  감사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Audit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모든 시스템 활동이 자동으로 기록됩니다. 활동 기록은 수정/삭제할 수 없습니다.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필터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수행자(actor) ID로 검색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액션 유형 드롭다운 필터: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login, logout, note_created, note_updated,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note_status_changed, note_locked, signed,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note_admin_unlocked, export_requested 등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날짜 범위 필터: 시작일 ~ 종료일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페이지당 20건, 이전/다음 페이지 이동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표시 정보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874519"/>
          <a:ext cx="54864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열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발생 시각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색상 뱃지로 구분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수행자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사용자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대상 유형/ID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영향받은 엔티티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상세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key:value 형태의 부가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요청 IP 주소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38912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서비스별 기록 액션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75488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서비스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기록되는 액션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auth-service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로그인, 로그아웃, 사용자 생성/수정/삭제, 비밀번호 변경, 역할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eln-service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생성, 수정, 상태 변경, 잠금 해제, 삭제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sig-audit-service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전자서명, 서명 철회, 내보내기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12.  내보내기 (PDF / ZIP)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서명 완료(signed) 또는 잠김(locked) 상태의 노트를 PDF, ZIP 형식으로 내보낼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내보내기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전체 ZIP 내보내기: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모든 서명/잠금 노트를 하나의 ZIP으로 일괄 내보내기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개별 노트 내보내기: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각 노트마다 PDF 또는 ZIP 버튼 제공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진행 상태 표시: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요청 후 "진행 중" 섹션에 스피너 표시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3초마다 자동 상태 폴링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  완료 시 "다운로드" 링크 / 실패 시 오류 메시지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내부 처리 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411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84248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요청 접수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762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BullMQ 큐에 작업 등록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06040"/>
            <a:ext cx="411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노트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620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워커가 eln-service에서 노트 내용 가져옴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411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55848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918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PDF 렌더링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478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Puppeteer로 HTML → PDF 변환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77640"/>
            <a:ext cx="411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41648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977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파일 업로드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336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결과 파일을 MinIO에 저장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63440"/>
            <a:ext cx="411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27448"/>
            <a:ext cx="411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663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293B"/>
                </a:solidFill>
                <a:latin typeface="맑은 고딕"/>
              </a:defRPr>
            </a:pPr>
            <a:r>
              <a:t>실시간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9194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SSE로 클라이언트에 완료 알림 전달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13. 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알림 유형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6217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64592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발생 시점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수신자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NOTE_LOCKED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잠금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관련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NOTE_SIGNED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전자서명 완료 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관련 사용자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NOTE_UNLOCKED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관리자 잠금 해제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관련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BOOKING_APPROVED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 승인 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 요청자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알림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헤더 우측 종(🔔) 아이콘 클릭 → 알림 패널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미읽은 알림 수: 종 아이콘 위 빨간 뱃지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알림 목록: 유형, 제목, 내용, 시간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읽음 처리: 개별 또는 전체 읽음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노트 알림 클릭 → 해당 노트로 이동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예약 알림 클릭 → 예약 페이지로 이동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30초마다 폴링 + SSE 실시간 수신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알림 전달 과정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47120" cy="1645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8813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이벤트 발생 (잠금/서명/해제/승인)</a:t>
            </a:r>
            <a:br/>
            <a:r>
              <a:t>  → 서비스에서 POST /api/notifications/internal 호출 (sig-audit-service)</a:t>
            </a:r>
            <a:br/>
            <a:r>
              <a:t>  → DB에 Notification 저장 + Redis Pub/Sub로 notifications:{userId} 채널에 발행</a:t>
            </a:r>
            <a:br/>
            <a:r>
              <a:t>  → API Gateway SSE 엔드포인트 (/api/events/notifications)가 구독</a:t>
            </a:r>
            <a:br/>
            <a:r>
              <a:t>  → 클라이언트 브라우저에 실시간 전달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14.  관리자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Admin 역할의 사용자만 접근할 수 있는 관리 기능입니다.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394960" cy="7315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81912"/>
            <a:ext cx="53949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사용자 관리</a:t>
            </a:r>
            <a:br/>
            <a:r>
              <a:t>/admin/users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사용자: 목록, 추가, 수정, 삭제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  (이름, 이메일, 비밀번호, 역할, 상태)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팀: 생성, 수정, 삭제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  팀원 추가/제거 (검색 후 선택)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조직: 생성, 수정, 삭제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  (이름, 슬러그)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949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581912"/>
            <a:ext cx="53949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역할 관리</a:t>
            </a:r>
            <a:br/>
            <a:r>
              <a:t>/admin/roles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역할 목록: 권한 뱃지 + 사용자 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역할 생성: 이름 + 권한 체크박스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권한 수정: 드롭다운 → 체크박스 그리드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역할 삭제: 확인 후 삭제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4가지 기본 역할: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  admin, researcher, reviewer, viewer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53949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142232"/>
            <a:ext cx="53949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코드 관리</a:t>
            </a:r>
            <a:br/>
            <a:r>
              <a:t>/admin/codes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참조 코드 그룹: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  TEMPLATE_CATEGORY (프로토콜 카테고리)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  INVENTORY_ITEM_TYPE (인벤토리 유형)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코드 추가: 값, 표시명, 정렬 순서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코드 수정: 활성/비활성 상태 전환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코드 삭제: 확인 후 삭제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69080"/>
            <a:ext cx="539496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142232"/>
            <a:ext cx="53949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B6D4"/>
                </a:solidFill>
                <a:latin typeface="맑은 고딕"/>
              </a:defRPr>
            </a:pPr>
            <a:r>
              <a:t>시스템 설정</a:t>
            </a:r>
            <a:br/>
            <a:r>
              <a:t>/admin/settings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조직명: 현재 조직 이름 (읽기 전용)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기본 언어: 한국어/영어 전환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파일 저장소: MinIO 정보 (읽기 전용)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14.  역할 및 권한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Roles &amp;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기본 역할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시스템 전체 관리자. 모든 기능 접근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Reviewer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검토자. 노트 검토, 서명, 잠금 가능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Researcher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연구원. 노트 작성/수정 가능. 서명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Viewer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열람자. 읽기 전용 접근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역할별 주요 권한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886200"/>
          <a:ext cx="64008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914400"/>
                <a:gridCol w="1097280"/>
                <a:gridCol w="9144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Reviewer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Researcher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Viewer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작성/수정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노트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전자서명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in_progress → 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locked → draft (해제)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관리자 메뉴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예약 승인/반려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005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권한 목록 (18개)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note:read / write / delete / status / sign / unlock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template:read / write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inventory:read / write / delete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scheduler:read / write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audit:read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export:pdf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file:read / upload /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노트 상태 흐름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Note Status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1828800" cy="914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(초안)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42316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in_progress</a:t>
            </a:r>
            <a:br/>
            <a:r>
              <a:t>(진행 중)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182880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locked</a:t>
            </a:r>
            <a:br/>
            <a:r>
              <a:t>(잠김)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74720"/>
            <a:ext cx="18288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61188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signed</a:t>
            </a:r>
            <a:br/>
            <a:r>
              <a:t>(서명 완료)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572000"/>
          <a:ext cx="86868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320040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전환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필요 역할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draft → in_progress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모든 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PATCH 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in_progress → draft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모든 역할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PATCH /status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in_progress → 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Reviewer,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PATCH 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in_progress → signed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Reviewer, Admin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POST /signatures/sign/:noteId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locked →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Admin (비밀번호)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POST /admin-unlock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signed → (모든 상태)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불가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1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6949440"/>
            <a:ext cx="11247120" cy="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자주 묻는 질문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FDBFE"/>
                </a:solidFill>
                <a:latin typeface="맑은 고딕"/>
              </a:defRPr>
            </a:pPr>
            <a:r>
              <a:t>Frequently Asked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서명 완료된 노트를 수정할 수 있나요?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아니요. 서명 완료(signed) 상태는 영구 불변입니다. 수정, 삭제, 상태 변경 모두 불가합니다.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7899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잠긴 노트를 수정하려면?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Admin이 잠금 해제 수행: 노트 메뉴 → "잠금 해제" → Admin 비밀번호 입력 → 초안(draft) 상태로 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Researcher로 서명할 수 있나요?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아니요. Researcher에는 note:sign 권한이 없어 서명 요청 자체가 불가합니다.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40487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예약 충돌은 어떻게 처리되나요?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같은 시간대에 대기/승인 예약이 있으면 충돌 오류 발생. 승인 시 DB 비관적 락으로 동시 승인 방지.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인벤토리 알림은 어떻게 작동하나요?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6908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재고 부족: 수량 ≤ 최소수량 시 경고  |  만료 임박: 유효기간이 경고 일수(기본 30일) 이내 시 경고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30752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내보내기 파일은 어디에 저장되나요?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6908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MinIO 오브젝트 스토리지에 저장. 다운로드 링크는 시간 제한 있는 Presigned URL입니다.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83479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56631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검색이 잘 안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94959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인덱스 갱신은 비동기 처리되어 생성/수정 직후 약간의 지연이 있을 수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83479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056631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Q. 다국어 전환은?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94959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헤더 우측 언어(🌐) 버튼 클릭 → 한국어/영어 전환. 설정은 브라우저에 저장됩니다.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3C5FD"/>
                </a:solidFill>
                <a:latin typeface="맑은 고딕"/>
              </a:defRPr>
            </a:pPr>
            <a:r>
              <a:t>LabNote ELN 사용자 매뉴얼 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3C5FD"/>
                </a:solidFill>
                <a:latin typeface="맑은 고딕"/>
              </a:defRPr>
            </a:pPr>
            <a:r>
              <a:t>문의사항은 시스템 관리자에게 연락해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
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LabNote ELN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사용자 매뉴얼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AF8"/>
                </a:solidFill>
              </a:rPr>
              <a:t>전자연구노트 협업 플랫폼 — 사용자 가이드 v1.0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</a:rPr>
              <a:t>LabNote ELN  |  전자연구노트 협업 플랫폼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1. 시스템 개요 및 로그인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2. 대시보드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3. 연구노트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4. 실시간 협업 편집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5. 전자서명 및 컴플라이언스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6. 내보내기 (PDF/ZIP)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7. 인벤토리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8. 장비/회의실 예약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9. 통합검색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10. 알림 및 감사로그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시스템 개요 및 로그인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접속, 로그인, 화면 구성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시스템 개요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LabNote ELN이란?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사내 구축형 전자연구노트(ELN) 협업 플랫폼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연구노트 작성, 전자서명, 인벤토리, 장비예약을 하나의 시스템에서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실시간 협업 편집, 감사 추적, PDF/ZIP 내보내기 지원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접속 URL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메인 애플리케이션: http://localhost:5173 (개발) / http://localhost:3000 (인벤토리)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로그인 / 회원가입 / 로그아웃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로그인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이메일과 비밀번호를 입력하여 로그인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JWT 토큰 기반 인증 — 15분 후 자동 갱신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회원가입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이름, 이메일, 비밀번호 입력 → viewer 역할로 자동 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관리자가 역할(Researcher/Reviewer/Admin)을 변경해줘야 전체 기능 사용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</a:rPr>
              <a:t>로그아웃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우측 상단 프로필 아이콘 → 로그아웃 클릭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로그아웃 시 토큰이 즉시 무효화됨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역할별 권한 요약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노트 작성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노트 서명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노트 잠금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관리자 기능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 (조직/팀/사용자/역할 관리)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Reviewer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Researcher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Viewer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읽기 전용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A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대시보드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나의 현황을 한눈에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대시보드 구성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개인 대시보드 (전 사용자)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내 노트 현황: draft / in_progress / signed / locked 상태별 카운트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최근 작성 노트 (최대 4건)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오늘 예약 현황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미읽음 알림 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최근 감사 활동 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조직 대시보드 (Admin 전용)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전체 사용자 수, 전체 노트 수, 서명 현황 등 조직 전체 통계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팀별 대시보드도 지원 (팀 리더/Admin)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연구노트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작성, 수정, 상태 전환, 버전 관리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노트 작성 및 수정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노트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좌측 메뉴 → 연구노트 → [+ 새 노트] 클릭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제목 (필수), 내용 (Markdown), 태그 입력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템플릿 선택 시 미리 정의된 양식으로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노트 수정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draft / in_progress 상태에서만 수정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수정할 때마다 자동으로 새 리비전(버전)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signed / locked 노트는 수정 불가 (잠김 표시)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첨부파일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 상세 → 첨부파일 탭 → 드래그 앤 드롭 업로드 (최대 50MB)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노트 상태 흐름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상태 전환 다이어그램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draft (초안) ↔ in_progress (진행 중) → locked (잠김) / signed (서명완료)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전환 규칙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draft → in_progress: 모든 사용자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in_progress → draft: 모든 사용자 (되돌리기)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in_progress → locked: Reviewer/Admin만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in_progress → signed: 전자서명 프로세스만 (직접 전환 불가)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핵심 제약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signed 노트는 영구 불변 — 어떤 역할도 수정/삭제/상태변경 불가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locked → draft 복구는 Admin 잠금해제만 가능 (비밀번호 필요)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리비전(버전)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자동 버전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 수정 시 자동으로 새 리비전 번호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 상세 → 리비전 탭에서 전체 이력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특정 리비전 클릭 시 해당 시점의 내용 조회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교차 참조 (링크)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 간 연결 링크 추가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 상세 → 링크 탭 → 대상 노트 선택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실시간 협업 편집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여러 사용자가 동시에 노트를 편집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실시간 협업 기능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동시 편집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같은 노트에 접속한 사용자들이 실시간으로 편집 내용 공유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접속 중인 사용자 목록이 상단에 색상별 아바타로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커서 위치가 실시간으로 공유됨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사용 방법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노트를 열면 자동으로 WebSocket 연결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다른 사용자의 편집이 0.4초 딜레이로 반영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최대 8명까지 동시 접속 (색상 인덱스 0~7)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E67E22"/>
                </a:solidFill>
              </a:rPr>
              <a:t>주의사항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signed/locked 노트는 읽기 전용 — 편집 불가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네트워크 끊김 시 자동 재연결 시도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전자서명 및 컴플라이언스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법적 효력의 전자서명과 무결성 검증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전자서명 프로세스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서명 절차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1. 노트를 in_progress 상태로 전환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2. Reviewer/Admin이 서명 페이지에서 해당 노트 선택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3. 비밀번호 입력 + 서명 코멘트 작성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4. 서명 완료 → 노트 자동으로 signed 상태 전환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서명 규칙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Researcher는 서명 권한 없음 (note:sign 필요)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자기 자신의 노트에는 서명 불가 (Admin 예외)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해시체인 기반 — 모든 서명이 이전 서명과 연결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7AE60"/>
                </a:solidFill>
              </a:rPr>
              <a:t>서명 검증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컴플라이언스 페이지에서 해시체인 무결성 자동 검증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위/변조 시 체인 에러 표시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컴플라이언스 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메뉴: 전자서명 → 컴플라이언스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전체 노트의 서명 현황 카드: Signed(녹색) / Pending(황색) / Locked(적색)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노트별 서명 여부, 서명 수, 편집 가능 여부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감사로그 연동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서명/취소/내보내기 활동이 감사로그에 자동 기록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서명자, 시각, IP 주소, 해시 값 추적 가능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내보내기 (PDF/ZIP)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연구노트를 PDF/ZIP으로 변환 및 다운로드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내보내기 사용법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PDF 단건 내보내기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내보내기 페이지 → 개별 노트 목록 → PDF 버튼 클릭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비동기 변환 → 진행 상태 표시 → 완료 시 다운로드 링크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ZIP 일괄 내보내기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전체 ZIP 카드 클릭 → 서명/잠금된 모든 노트를 하나의 ZIP으로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개별 노트 옆 ZIP 버튼으로 단건 ZIP도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프로젝트 보고서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복수 노트를 하나의 종합 PDF로 합침 (준비 중)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진행 상태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pending → processing → completed/failed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3초 간격 자동 폴링, 완료 시 토스트 알림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인벤토리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시약, 샘플, 장비의 재고 관리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아이템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아이템 등록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인벤토리 메뉴 → [+ 아이템 추가]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이름, 유형(시약/샘플/장비 등), 수량, 단위, 위치, 바코드 입력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유효기간, 최소 수량 임계값 설정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아이템 유형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Reagent(시약), Sample(샘플), Equipment(장비), Consumable(소모품)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Antibody, Plasmid, Cell Line, Output, License, Infrastructure 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상태 자동 전환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수량 0 → 자동 depleted (고갈)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재입고 시 → 자동 available (사용가능) 복구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수량 조정 및 알림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수량 조정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입고(in): 수량 증가 + 사유 기록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출고(out): 수량 감소 + 사유 기록 (재고 부족 시 차단)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절대값 조정(adjust): 수량을 직접 지정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변경은 이력에 자동 기록 (최근 100건 조회)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알림 기능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재고 부족: minQuantity 이하 아이템 목록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만료 임박: N일 이내 만료 예정 아이템 (daysLeft 표시)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바코드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바코드 등록 → 바코드 검색으로 빠른 조회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동일 바코드 중복 등록 차단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08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장비/회의실 예약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캘린더 기반 예약 시스템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예약 사용법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예약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예약 메뉴 → 캘린더에서 빈 시간 클릭 또는 [+ 예약] 버튼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자원(장비/회의실) 선택 → 제목, 시작/종료 시간 입력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시간 충돌 시 자동 차단 (기존 예약 정보 표시)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예약 상태 흐름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PENDING (대기) → APPROVED (승인) / REJECTED (반려)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APPROVED → COMPLETED (완료) / CANCELLED (취소)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권한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예약 생성: 모든 사용자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승인/반려: Admin 또는 자원 소유자만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취소: 본인 예약 또는 Admin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캘린더 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주간 뷰 (8시~18시), 승인된 예약만 표시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09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통합검색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노트, 프로토콜, 인벤토리를 한번에 검색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검색 기능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통합 검색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상단 검색바 또는 검색 메뉴에서 키워드 입력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노트, 프로토콜, 인벤토리 전체에서 동시 검색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검색 결과에 매칭된 부분 하이라이팅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탭으로 결과 유형별 필터링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검색 가중치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제목(x4) &gt; 태그(x3) &gt; 요약(x2) &gt; 본문(x1) 순으로 우선순위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한국어 형태소 분석(nori) 적용 — "연구노트" → "연구", "노트"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부가 기능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최근 검색어 히스토리 (최대 20건)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자주 쓰는 검색어/문서 즐겨찾기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자동완성 제안 (최대 7건)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86C1"/>
                </a:solidFill>
              </a:rPr>
              <a:t>10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알림 및 감사로그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</a:rPr>
              <a:t>실시간 알림과 활동 추적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</a:rPr>
              <a:t>알림 / 감사로그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알림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상단 벨 아이콘 → 미읽음 알림 수 배지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알림 유형: 노트 잠금, 서명 완료, 예약 승인 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단건/전체 읽음 처리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실시간 푸시 (SSE 기반)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</a:rPr>
              <a:t>감사로그 (Admin)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관리 메뉴 → 감사로그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모든 시스템 활동 기록: 로그인, 서명, 내보내기, 상태 변경 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필터: 액션 유형, 사용자, 기간, 엔티티 유형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</a:rPr>
              <a:t>IP 주소 추적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LabNote ELN 사용자 매뉴얼 v1.0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LabNote ELN 사용자 매뉴얼</dc:title>
  <dc:subject>사용자 매뉴얼</dc:subject>
  <dc:creator>LabNote ELN</dc:creator>
  <cp:lastModifiedBy>LabNote ELN</cp:lastModifiedBy>
  <cp:revision>1</cp:revision>
  <dcterms:created xsi:type="dcterms:W3CDTF">2026-03-26T06:44:34Z</dcterms:created>
  <dcterms:modified xsi:type="dcterms:W3CDTF">2026-03-26T06:44:34Z</dcterms:modified>
</cp:coreProperties>
</file>
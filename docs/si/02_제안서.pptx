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LabNote ELN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맑은 고딕"/>
              </a:defRPr>
            </a:pPr>
            <a:r>
              <a:t>전자연구노트 협업 플랫폼 구축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LabNote ELN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맑은 고딕"/>
              </a:defRPr>
            </a:pPr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1. 프로젝트 개요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2. 제안 배경 및 목표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3. 시스템 구성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4. 핵심 기능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5. 기술 아키텍처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6. 추진 일정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7. 투입 인력</a:t>
            </a:r>
          </a:p>
          <a:p>
            <a:pPr>
              <a:spcAft>
                <a:spcPts val="400"/>
              </a:spcAft>
              <a:defRPr sz="1800">
                <a:solidFill>
                  <a:srgbClr val="1E293B"/>
                </a:solidFill>
                <a:latin typeface="맑은 고딕"/>
              </a:defRPr>
            </a:pPr>
            <a:r>
              <a:t>• 8. 기대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연구실 실험 기록의 디지털 전환 — 전자서명 규정 준수, 협업 효율화, 통합 관리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LabNote ELN (전자연구노트 협업 플랫폼)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아키텍처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MSA 기반 9개 서비스, Docker Compose 온프레미스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기술 스택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React+Vite / Fastify / PostgreSQL / Redis / MinIO / OpenSearch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연구노트, 전자서명, 인벤토리, 예약, 검색, 내보내기, 감사로그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3개월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3. 시스템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api-gateway</a:t>
            </a:r>
            <a:br/>
            <a:r>
              <a:t>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JWT, 프록시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1912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auth</a:t>
            </a:r>
            <a:br/>
            <a:r>
              <a:t>:8001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인증, RBAC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eln</a:t>
            </a:r>
            <a:br/>
            <a:r>
              <a:t>:8002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7096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sig-audit</a:t>
            </a:r>
            <a:br/>
            <a:r>
              <a:t>:8003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서명, 감사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inventory</a:t>
            </a:r>
            <a:br/>
            <a:r>
              <a:t>:8004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시약/장비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79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scheduler</a:t>
            </a:r>
            <a:br/>
            <a:r>
              <a:t>:8005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예약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search</a:t>
            </a:r>
            <a:br/>
            <a:r>
              <a:t>:8006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통합검색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7464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file</a:t>
            </a:r>
            <a:br/>
            <a:r>
              <a:t>:8008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파일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35056" y="1371600"/>
            <a:ext cx="1188720" cy="12801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0776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collab</a:t>
            </a:r>
            <a:br/>
            <a:r>
              <a:t>:8009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0776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실시간 협업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4. 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작성/편집/버전관리</a:t>
            </a:r>
            <a:br/>
            <a:r>
              <a:t>실시간 다중 사용자 협업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SHA-256 해시체인</a:t>
            </a:r>
            <a:br/>
            <a:r>
              <a:t>무결성 검증, 규정 준수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시약/장비 재고 추적</a:t>
            </a:r>
            <a:br/>
            <a:r>
              <a:t>바코드, 만료/부족 알림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예약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장비/회의실 예약</a:t>
            </a:r>
            <a:br/>
            <a:r>
              <a:t>승인 워크플로, 충돌 방지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통합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06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한국어 형태소 분석</a:t>
            </a:r>
            <a:br/>
            <a:r>
              <a:t>노트/템플릿/인벤토리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맑은 고딕"/>
              </a:defRPr>
            </a:pPr>
            <a:r>
              <a:t>내보내기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PDF/ZIP 자동 생성</a:t>
            </a:r>
            <a:br/>
            <a:r>
              <a:t>Puppeteer, 비동기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6. 추진 일정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65760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활동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제안/착수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킥오프, PMP, 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헌장, PMP, WBS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요구사항, 프로세스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SRS, RTM, BPD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아키텍처, ERD,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설계서, ERD, API 명세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5주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서비스 개발, 단위 테스트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소스코드, 테스트 결과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2주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통합/성능/보안/UAT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테스트 결과서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이행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배포, 교육, 검수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매뉴얼, 감수 조서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8. 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실험 기록 디지털화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종이 노트 대비 검색/추적 용이, 버전 관리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124712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규정 준수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SHA-256 전자서명으로 위변조 방지, 완전한 감사 추적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업무 효율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실시간 협업, 통합 검색, 자동 알림으로 연구 시간 절약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59"/>
            <a:ext cx="1124712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1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자원 관리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시약 재고 실시간 파악, 장비 예약 충돌 방지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
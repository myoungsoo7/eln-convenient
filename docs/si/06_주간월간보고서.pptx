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E40AF"/>
              </a:gs>
              <a:gs pos="100000">
                <a:srgbClr val="0E2A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주간 업무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3C5FD"/>
                </a:solidFill>
                <a:latin typeface="맑은 고딕"/>
              </a:defRPr>
            </a:pPr>
            <a:r>
              <a:t>Weekly 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맑은 고딕"/>
              </a:defRPr>
            </a:pPr>
            <a:r>
              <a:t>LabNote ELN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3C5FD"/>
                </a:solidFill>
                <a:latin typeface="맑은 고딕"/>
              </a:defRPr>
            </a:pPr>
            <a:r>
              <a:t>2026-03-25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1. 프로젝트 현황 요약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내용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보고 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전체 진척률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금주 주요 성과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전체 서비스 구현 완료, 통합 테스트 PASS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차주 계획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성능 테스트, UAT 수행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이슈/리스크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PDF 내보내기 성능 최적화 필요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2. 단계별 진척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진척률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제안/착수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분석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구현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이행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772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3. 이슈 및 리스크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9728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1371600"/>
                <a:gridCol w="1371600"/>
                <a:gridCol w="3657600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이슈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영향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상태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대응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PDF 내보내기 28.5초 (목표 30초 근접)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진행중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Puppeteer 풀 재사용 적용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HTTP 보안 헤더 미적용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진행중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@fastify/helmet 적용 예정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비밀번호 복잡도 미적용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맑은 고딕"/>
                        </a:defRPr>
                      </a:pPr>
                      <a:r>
                        <a:t>Zod 정책 추가 완료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
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0E2A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LabNote ELN 사용자 교육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맑은 고딕"/>
              </a:defRPr>
            </a:pPr>
            <a:r>
              <a:t>User Training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LabNote ELN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맑은 고딕"/>
              </a:defRPr>
            </a:pPr>
            <a: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교육 계획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143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54864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대상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연구원 교육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Researcher 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2시간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로그인, 노트 작성/편집, 첨부파일, 인벤토리, 검색, 예약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검토자 교육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Reviewer 1명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1시간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노트 검토, 전자서명, PDF 내보내기, 감사 로그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관리자 교육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Admin 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1.5시간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사용자/팀/역할 관리, 잠금 해제, 대시보드, 설정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운영자 교육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IT 운영 1명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1시간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Docker 관리, 헬스체크, DB 백업, 장애 대응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1. 시스템 접속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맑은 고딕"/>
              </a:defRPr>
            </a:pPr>
            <a:r>
              <a:t>• 브라우저에서 http://localhost:5173 접속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맑은 고딕"/>
              </a:defRPr>
            </a:pPr>
            <a:r>
              <a:t>• 이메일 / 비밀번호 입력 후 로그인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맑은 고딕"/>
              </a:defRPr>
            </a:pPr>
            <a:r>
              <a:t>• 우측 상단: 언어 전환(한/영), 테마(라이트/다크), 알림 벨, 프로필</a:t>
            </a:r>
          </a:p>
          <a:p>
            <a:pPr>
              <a:spcAft>
                <a:spcPts val="400"/>
              </a:spcAft>
              <a:defRPr sz="1500">
                <a:solidFill>
                  <a:srgbClr val="1E293B"/>
                </a:solidFill>
                <a:latin typeface="맑은 고딕"/>
              </a:defRPr>
            </a:pPr>
            <a:r>
              <a:t>• 좌측 사이드바: 메인 메뉴 6개 + 규정준수 3개 + 관리자 4개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2. 연구노트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"새 노트" 버튼 → 제목/내용 입력 → 저장 (draft 상태)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편집기 4개 탭: 편집기 | 첨부파일 | 연결(시약/장비) | 버전 이력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상태 전환: draft ↔ in_progress → locked/signed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실시간 협업: 같은 노트를 여러 명이 동시 편집 가능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"진행 시작" 버튼: draft → in_progress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수정할 때마다 자동으로 리비전(버전)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3. 전자서명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노트 상태가 "진행 중(in_progress)"일 때 서명 가능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Reviewer/Admin만 서명 가능 (Researcher는 불가)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편집기에서 "서명" 버튼 → 비밀번호 입력 → 서명 완료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서명 완료(signed) = 영구 불변 (수정/삭제/상태변경 모두 불가)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SHA-256 해시체인으로 무결성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4. 인벤토리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유형 탭: 시약/샘플/장비/소모품 등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"항목 추가": 이름, 유형, 수량, 바코드, 유효기간 등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수량 조정: 입고(in)/출고(out)/조정(adjust) + 사유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알림: 재고 부족 (수량 ≤ 최소수량), 만료 임박 (N일 전)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행 클릭 → 상세 정보 + 변경 이력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5. 장비/회의실 예약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주간 캘린더 뷰: 월~일, 08:00~17:00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"새 예약": 자원 선택 → 제목/날짜/시간 입력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같은 시간대 충돌 시 자동 오류 표시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예약 상태: PENDING → APPROVED/REJECTED → COMPLETED/CANCELLED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승인: Admin 또는 자원 담당자가 승인/반려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6. 검색 &amp; 내보내기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통합 검색: 노트/템플릿/인벤토리 한 번에 검색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한국어 형태소 분석: "실험" → "실험법", "실험 결과" 매칭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즐겨찾기: 검색어 저장, 문서 북마크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PDF 내보내기: signed/locked 노트 → PDF 자동 생성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ZIP 내보내기: 여러 노트를 한 번에 묶어 다운로드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맑은 고딕"/>
              </a:defRPr>
            </a:pPr>
            <a:r>
              <a:t>• 실시간 진행 상태 표시 (SSE)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0E2A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  <a:latin typeface="맑은 고딕"/>
              </a:defRPr>
            </a:pPr>
            <a:r>
              <a:t>문의사항은 시스템 관리자에게 연락해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
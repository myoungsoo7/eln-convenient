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378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LabNote ELN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  <a:latin typeface="맑은 고딕"/>
              </a:defRPr>
            </a:pPr>
            <a:r>
              <a:t>전자연구노트 시스템 사용자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474720"/>
            <a:ext cx="3047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  <a:latin typeface="맑은 고딕"/>
              </a:defRPr>
            </a:pPr>
            <a:r>
              <a:t>비개발자를 위한 사용 안내서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연구노트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인벤토리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4846320"/>
            <a:ext cx="18288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4873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장비 예약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전체 안내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01  시스템 소개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02  로그인과 화면 구성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03  대시보드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04  연구노트 작성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05  연구노트 상태와 전자서명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06  템플릿과 프로토콜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07  인벤토리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08  장비 예약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09  통합검색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10  전자서명과 감사로그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11  알림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12  관리자 기능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13  역할별 권한 안내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맑은 고딕"/>
              </a:defRPr>
            </a:pPr>
            <a:r>
              <a:t>14  자주 묻는 질문 (FAQ)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01. 시스템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LabNote ELN이란?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맑은 고딕"/>
              </a:defRPr>
            </a:pPr>
            <a:r>
              <a:t>LabNote ELN은 연구실에서 사용하는 전자연구노트 시스템입니다.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맑은 고딕"/>
              </a:defRPr>
            </a:pPr>
            <a:r>
              <a:t>종이 연구노트 대신 컴퓨터에서 실험을 기록하고, 전자서명으로 인증하며, 데이터를 안전하게 보관합니다.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517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종이 연구노트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LabNote ELN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분실/훼손 위험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서버에 안전하게 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찾기 어려움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키워드로 즉시 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위변조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 + 해시체인 (위변조 불가)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공유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복사/전달 불편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팀원과 실시간 공유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모든 변경 이력 자동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01. 시스템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주요 기능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실험 기록 작성/편집</a:t>
            </a:r>
            <a:br/>
            <a:r>
              <a:t>파일 첨부, 시약 연결</a:t>
            </a:r>
            <a:br/>
            <a:r>
              <a:t>버전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39" y="205740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연구노트 전자서명</a:t>
            </a:r>
            <a:br/>
            <a:r>
              <a:t>서명 후 변경 불가</a:t>
            </a:r>
            <a:br/>
            <a:r>
              <a:t>GLP/GMP 준수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057400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시약/장비 등록/관리</a:t>
            </a:r>
            <a:br/>
            <a:r>
              <a:t>수량 입출고 기록</a:t>
            </a:r>
            <a:br/>
            <a:r>
              <a:t>만료/재고 부족 알림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장비 예약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617720"/>
            <a:ext cx="13716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공용 장비/회의실 예약</a:t>
            </a:r>
            <a:br/>
            <a:r>
              <a:t>주간 캘린더 확인</a:t>
            </a:r>
            <a:br/>
            <a:r>
              <a:t>관리자 승인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39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맑은 고딕"/>
              </a:defRPr>
            </a:pPr>
            <a:r>
              <a:t>통합검색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39" y="461772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3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노트/템플릿/인벤토리</a:t>
            </a:r>
            <a:br/>
            <a:r>
              <a:t>한 번에 검색</a:t>
            </a:r>
            <a:br/>
            <a:r>
              <a:t>즐겨찾기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맑은 고딕"/>
              </a:defRPr>
            </a:pPr>
            <a:r>
              <a:t>감사로그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617720"/>
            <a:ext cx="1371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모든 활동 자동 기록</a:t>
            </a:r>
            <a:br/>
            <a:r>
              <a:t>PDF/ZIP 내보내기</a:t>
            </a:r>
            <a:br/>
            <a:r>
              <a:t>규정 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02. 로그인과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시스템 접속하기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1. 웹 브라우저에서 시스템 주소에 접속합니다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2. 이메일과 비밀번호를 입력합니다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3. 필요시 언어(한국어/영어)를 선택합니다</a:t>
            </a:r>
          </a:p>
          <a:p>
            <a:pPr>
              <a:spcAft>
                <a:spcPts val="1600"/>
              </a:spcAft>
              <a:defRPr sz="1800">
                <a:solidFill>
                  <a:srgbClr val="1F2937"/>
                </a:solidFill>
                <a:latin typeface="맑은 고딕"/>
              </a:defRPr>
            </a:pPr>
            <a:r>
              <a:t>4. 로그인 버튼을 클릭합니다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* 계정이 없는 경우 관리자에게 계정 생성을 요청하세요.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48640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사용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웹 브라우저에서 사용 (프로그램 설치 불필요)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권장: Chrome, Edge, Firefox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별도 프로그램 설치 없이 즉시 사용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02. 로그인과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메인 화면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나의 연구 현황, 최근 활동, 알림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연구노트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연구노트 목록 확인, 새 노트 작성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프로토콜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실험법/SOP 템플릿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인벤토리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시약, 샘플, 장비 등록 및 재고 관리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스케줄러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장비/회의실 예약 및 캘린더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전체 데이터 통합 검색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서명 현황 확인, 서명된 노트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감사로그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시스템 내 모든 활동 기록 조회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내보내기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서명된 노트를 PDF/ZIP으로 내보내기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1371600"/>
            <a:ext cx="30175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상단 바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116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알림 종: 새 알림 확인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테마 전환: 밝은/어두운 모드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- 로그아웃: 시스템에서 나가기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맑은 고딕"/>
              </a:defRPr>
            </a:pPr>
            <a:r>
              <a:t>* 관리 메뉴는 관리자(Admin)에게만 표시됩니다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03.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나의 연구 현황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연구노트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전체 연구노트 개수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진행 중 실험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현재 진행 중 노트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인벤토리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등록된 시약/장비 총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대기 중 예약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맑은 고딕"/>
              </a:defRPr>
            </a:pPr>
            <a:r>
              <a:t>승인 대기 중인 예약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최근 연구노트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최근 수정한 4개 노트</a:t>
            </a:r>
            <a:br/>
            <a:r>
              <a:t>클릭하면 바로 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다가오는 예약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곧 예정된 장비/회의실 예약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최근 활동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나/조직의 활동 내역</a:t>
            </a:r>
            <a:br/>
            <a:r>
              <a:t>시간순 표시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인벤토리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유효기한 만료 임박</a:t>
            </a:r>
            <a:br/>
            <a:r>
              <a:t>재고 부족 항목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* 대시보드는 60초마다 자동으로 갱신됩니다. / 개인/조직 탭으로 전환 가능합니다.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04. 연구노트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새 노트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새 연구노트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1. 사이드바에서 [연구노트]를 클릭합니다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2. 우측 상단의 [새 노트 작성] 버튼을 클릭합니다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3. 빈 노트로 시작하거나, 기존 템플릿을 선택하여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노트 편집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제목: 실험명/프로젝트명 입력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본문: 마크다운 형식 지원 (굵게, 목록, 표 등)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미리보기: 작성 내용 실시간 확인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저장: [저장] 버튼으로 수시 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파일 첨부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파일 선택 또는 드래그 앤 드롭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여러 파일 동시 첨부 가능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용량 제한: 파일당 최대 50MB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서명된 노트의 첨부파일은 삭제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인벤토리 연결 &amp; 수정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사용한 시약/장비를 노트에 연결 가능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어떤 실험에 어떤 물품을 사용했는지 추적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수정될 때마다 이전 버전 자동 저장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수정 이력 탭에서 변경 내역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연구노트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4가지 상태 이해하기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초안</a:t>
            </a:r>
            <a:r>
              <a:rPr dirty="0"/>
              <a:t> (Draft)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작성 시작 전 또는</a:t>
            </a:r>
            <a:br/>
            <a:r>
              <a:t>수정 가능한 상태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진행 중 (In Progress)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현재 실험을 진행하며</a:t>
            </a:r>
            <a:br/>
            <a:r>
              <a:t>기록 중인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서명 완료 (Signed)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전자서명이 완료되어</a:t>
            </a:r>
            <a:br/>
            <a:r>
              <a:t>변경 불가 상태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잠김 (Locked)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관리자에 의해</a:t>
            </a:r>
            <a:br/>
            <a:r>
              <a:t>잠긴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상태 전환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초안  &lt;--&gt;  진행 중                     (모든 사용자 가능)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진행 중  --&gt;  잠김                       (리뷰어/관리자만)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진행 중  --&gt;  서명 완료                  (리뷰어/관리자가 전자서명)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잠김  --&gt;  초안                           (관리자만 잠금 해제)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맑은 고딕"/>
              </a:defRPr>
            </a:pPr>
            <a:r>
              <a:t>서명 완료  --&gt;  변경 불가                (되돌릴 수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전자서명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서명 방법과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맑은 고딕"/>
              </a:defRPr>
            </a:pPr>
            <a:r>
              <a:t>전자서명 = "이 연구 기록이 정확하며, 이 시점에서 내용을 확정합니다"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서명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1. 노트가 '진행 중' 상태여야 합니다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2. 노트를 열고 [전자서명] 버튼을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3. 비밀번호 입력으로 본인 확인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4. 서명 완료 → 노트 자동 잠금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서명할 수 있는 사람: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- 리뷰어 (Reviewer)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- 관리자 (Admin)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* 연구원은 서명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맑은 고딕"/>
              </a:defRPr>
            </a:pPr>
            <a:r>
              <a:t>서명 후에는?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노트 내용 수정 불가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첨부파일 추가/삭제 불가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서명 상태를 되돌릴 수 없음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- PDF 또는 ZIP으로 내보내기 가능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이 불변성이 연구 기록의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무결성을 보장합니다.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GLP/GMP 규정 준수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05. 역할별 상태 전환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누가 어떤 전환을 할 수 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내용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초안 → 진행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진행 중 → 초안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진행 중 → 잠김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잠김 → 초안 (잠금 해제)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 (진행 중 → 서명 완료)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754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맑은 고딕"/>
              </a:defRPr>
            </a:pPr>
            <a:r>
              <a:t>O = 가능  /  X = 불가</a:t>
            </a:r>
            <a:br/>
            <a:br/>
            <a:r>
              <a:t>* 서명 완료 상태는 어떤 역할도 되돌릴 수 없습니다</a:t>
            </a:r>
            <a:br/>
            <a:r>
              <a:t>* 모든 상태 변경은 감사로그에 자동 기록됩니다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06. 템플릿과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실험 양식 만들기와 재사용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템플릿</a:t>
            </a:r>
            <a:r>
              <a:rPr dirty="0"/>
              <a:t> = </a:t>
            </a:r>
            <a:r>
              <a:rPr dirty="0" err="1"/>
              <a:t>재사용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양식</a:t>
            </a:r>
            <a:r>
              <a:rPr dirty="0"/>
              <a:t> (빈 </a:t>
            </a:r>
            <a:r>
              <a:rPr dirty="0" err="1"/>
              <a:t>양식지</a:t>
            </a:r>
            <a:r>
              <a:rPr dirty="0"/>
              <a:t>)   </a:t>
            </a:r>
            <a:r>
              <a:rPr lang="en-US" dirty="0"/>
              <a:t>,</a:t>
            </a:r>
            <a:r>
              <a:rPr dirty="0"/>
              <a:t>  </a:t>
            </a:r>
            <a:r>
              <a:rPr dirty="0" err="1"/>
              <a:t>프로토콜</a:t>
            </a:r>
            <a:r>
              <a:rPr dirty="0"/>
              <a:t> = </a:t>
            </a:r>
            <a:r>
              <a:rPr dirty="0" err="1"/>
              <a:t>양식에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채운</a:t>
            </a:r>
            <a:r>
              <a:rPr dirty="0"/>
              <a:t> </a:t>
            </a:r>
            <a:r>
              <a:rPr dirty="0" err="1"/>
              <a:t>문서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새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만들기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1. [</a:t>
            </a:r>
            <a:r>
              <a:rPr lang="ko-KR" altLang="en-US" dirty="0"/>
              <a:t>템플릿</a:t>
            </a:r>
            <a:r>
              <a:rPr dirty="0"/>
              <a:t>] </a:t>
            </a:r>
            <a:r>
              <a:rPr dirty="0" err="1"/>
              <a:t>메뉴에서</a:t>
            </a:r>
            <a:r>
              <a:rPr dirty="0"/>
              <a:t> [+ 새 </a:t>
            </a:r>
            <a:r>
              <a:rPr dirty="0" err="1"/>
              <a:t>템플릿</a:t>
            </a:r>
            <a:r>
              <a:rPr dirty="0"/>
              <a:t>] </a:t>
            </a:r>
            <a:r>
              <a:rPr dirty="0" err="1"/>
              <a:t>클릭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2. </a:t>
            </a:r>
            <a:r>
              <a:rPr dirty="0" err="1"/>
              <a:t>제목</a:t>
            </a:r>
            <a:r>
              <a:rPr dirty="0"/>
              <a:t>, </a:t>
            </a:r>
            <a:r>
              <a:rPr dirty="0" err="1"/>
              <a:t>내용</a:t>
            </a:r>
            <a:r>
              <a:rPr dirty="0"/>
              <a:t>(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절차</a:t>
            </a:r>
            <a:r>
              <a:rPr dirty="0"/>
              <a:t>), </a:t>
            </a:r>
            <a:r>
              <a:rPr dirty="0" err="1"/>
              <a:t>카테고리</a:t>
            </a:r>
            <a:r>
              <a:rPr dirty="0"/>
              <a:t> </a:t>
            </a:r>
            <a:r>
              <a:rPr dirty="0" err="1"/>
              <a:t>입력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3. </a:t>
            </a:r>
            <a:r>
              <a:rPr dirty="0" err="1"/>
              <a:t>태그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(</a:t>
            </a:r>
            <a:r>
              <a:rPr dirty="0" err="1"/>
              <a:t>검색용</a:t>
            </a:r>
            <a:r>
              <a:rPr dirty="0"/>
              <a:t> </a:t>
            </a:r>
            <a:r>
              <a:rPr dirty="0" err="1"/>
              <a:t>키워드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4.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(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공유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rPr dirty="0"/>
              <a:t>5. [</a:t>
            </a:r>
            <a:r>
              <a:rPr dirty="0" err="1"/>
              <a:t>저장</a:t>
            </a:r>
            <a:r>
              <a:rPr dirty="0"/>
              <a:t>] </a:t>
            </a:r>
            <a:r>
              <a:rPr dirty="0" err="1"/>
              <a:t>클릭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활용하기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양식으로 문서 만들기: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1. 템플릿 라이브러리에서 양식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2. [템플릿 작성] 버튼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3. 자동 채워진 내용을 수정하고 저장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양식 복사하기: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1. 원하는 템플릿에서 [복사]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2. 내 라이브러리에 복사본 추가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맑은 고딕"/>
              </a:defRPr>
            </a:pPr>
            <a:r>
              <a:t>  3. 복사본은 자유롭게 수정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07. 인벤토리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시약/샘플/장비 등록 및 수량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시약 (Reagent)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에탄올, 완충액, 염색 시약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샘플 (Sample)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혈액 샘플, 조직 샘플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장비 (Equipment)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원심분리기, 현미경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소모품 (Consumable)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피펫 팁, 장갑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항체 (Antibody)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1차 항체, 2차 항체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플라스미드 (Plasmid)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발현 벡터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세포주 (Cell 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HeLa, HEK293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기타 (Other)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그 외 항목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37160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색상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초록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정상 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파랑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현재 사용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소진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빨강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만료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회색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유효기한 경과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폐기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진한 회색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폐기 처리됨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유지보수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주황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수리/점검 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07. 인벤토리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수량 관리와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85800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수량 관리 방법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0116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입고 (In)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에탄올 500mL 입고 → 기존에 +500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출고 (Out)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수량 차감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피펫 팁 100개 사용 → 기존에서 -100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조정 (Adjust)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정확한 값으로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재고 조사 후 실제 수량 300으로 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맑은 고딕"/>
              </a:defRPr>
            </a:pPr>
            <a:r>
              <a:t>만료 임박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맑은 고딕"/>
              </a:defRPr>
            </a:pPr>
            <a:r>
              <a:t>유효기한이 설정한 경고 일수(기본 30일) 이내인</a:t>
            </a:r>
            <a:br/>
            <a:r>
              <a:t>항목을 대시보드와 인벤토리 화면에서 알려줍니다.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389120"/>
            <a:ext cx="502920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맑은 고딕"/>
              </a:defRPr>
            </a:pPr>
            <a:r>
              <a:t>재고 부족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맑은 고딕"/>
              </a:defRPr>
            </a:pPr>
            <a:r>
              <a:t>수량이 최소 수량 이하로 떨어지면</a:t>
            </a:r>
            <a:br/>
            <a:r>
              <a:t>대시보드와 인벤토리 화면에서 알려줍니다.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맑은 고딕"/>
              </a:defRPr>
            </a:pPr>
            <a:r>
              <a:t>모든 수량 변경은:</a:t>
            </a:r>
            <a:br/>
            <a:br/>
            <a:r>
              <a:t>- 변경 전/후 수량 기록</a:t>
            </a:r>
            <a:br/>
            <a:r>
              <a:t>- 사유 입력 가능</a:t>
            </a:r>
            <a:br/>
            <a:r>
              <a:t>- 이력 탭에서 확인 가능</a:t>
            </a:r>
            <a:br/>
            <a:r>
              <a:t>- 연구노트에 연결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08. 장비 예약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공용 장비/회의실 예약 및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t>예약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1. [스케줄러] 메뉴에서 [새 예약] 클릭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2. 자원 유형 선택 (장비 또는 회의실)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3. 예약할 장비/회의실 선택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4. 날짜, 시작/종료 시간 입력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5. 예약 사유 입력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6. [예약 신청] 클릭 → 대기 중 상태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대기 중 (Pending)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 대기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 (Approved)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관리자/리뷰어가 승인함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거절 (Rejected)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거절됨 (사유 포함)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취소 (Cancelled)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예약자가 직접 취소함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완료 (Completed)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 시간이 지난 예약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주간 캘린더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주간 보기: 월~일, 오전 8시~오후 5시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좌우 화살표로 이전/다음 주 이동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[오늘] 버튼으로 현재 주 복귀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예약 상태가 색상으로 표시됨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리뷰어/관리자: 대기 중 예약을 [승인] 또는 [거절] 가능 (거절 시 사유 입력 필요)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09. 통합검색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전체 데이터를 한 번에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t>하나의 검색창에서 연구노트, 템플릿, 인벤토리를 동시에 검색합니다.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노트 제목, 내용에서 검색</a:t>
            </a:r>
            <a:br/>
            <a:r>
              <a:t>상태 표시, 작성자/작성일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38328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양식 제목, 설명에서 검색</a:t>
            </a:r>
            <a:br/>
            <a:r>
              <a:t>카테고리, 사용 횟수 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03120"/>
            <a:ext cx="338328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항목 이름, 바코드, 위치 검색</a:t>
            </a:r>
            <a:br/>
            <a:r>
              <a:t>유형, 수량, 상태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검색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최근 검색어 자동 저장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검색창 클릭 시 최근 검색어 표시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[기록 삭제]로 검색 기록 초기화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즐겨찾기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검색어 옆 별표 클릭으로 등록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즐겨찾기 목록에서 빠르게 재검색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t>- 자주 사용하는 검색어 관리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10. 감사로그와 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활동 기록 조회 및 PDF/ZIP 내보내기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감사로그</a:t>
            </a:r>
            <a:r>
              <a:rPr dirty="0"/>
              <a:t> (Audit 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누가</a:t>
            </a:r>
            <a:r>
              <a:rPr dirty="0"/>
              <a:t>, </a:t>
            </a:r>
            <a:r>
              <a:rPr dirty="0" err="1"/>
              <a:t>언제</a:t>
            </a:r>
            <a:r>
              <a:rPr dirty="0"/>
              <a:t>,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했는지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기록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38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기록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시간</a:t>
            </a:r>
            <a:r>
              <a:rPr dirty="0"/>
              <a:t> (</a:t>
            </a:r>
            <a:r>
              <a:rPr dirty="0" err="1"/>
              <a:t>날짜</a:t>
            </a:r>
            <a:r>
              <a:rPr dirty="0"/>
              <a:t>/</a:t>
            </a:r>
            <a:r>
              <a:rPr dirty="0" err="1"/>
              <a:t>시간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동작</a:t>
            </a:r>
            <a:r>
              <a:rPr dirty="0"/>
              <a:t> (</a:t>
            </a:r>
            <a:r>
              <a:rPr dirty="0" err="1"/>
              <a:t>서명</a:t>
            </a:r>
            <a:r>
              <a:rPr dirty="0"/>
              <a:t>, </a:t>
            </a:r>
            <a:r>
              <a:rPr dirty="0" err="1"/>
              <a:t>내보내기</a:t>
            </a:r>
            <a:r>
              <a:rPr dirty="0"/>
              <a:t>, </a:t>
            </a:r>
            <a:r>
              <a:rPr dirty="0" err="1"/>
              <a:t>잠금</a:t>
            </a:r>
            <a:r>
              <a:rPr dirty="0"/>
              <a:t> 등)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사용자</a:t>
            </a:r>
            <a:r>
              <a:rPr dirty="0"/>
              <a:t> (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수행자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대상</a:t>
            </a:r>
            <a:r>
              <a:rPr dirty="0"/>
              <a:t> (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노트</a:t>
            </a:r>
            <a:r>
              <a:rPr dirty="0"/>
              <a:t>/</a:t>
            </a:r>
            <a:r>
              <a:rPr dirty="0" err="1"/>
              <a:t>항목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IP </a:t>
            </a:r>
            <a:r>
              <a:rPr dirty="0" err="1"/>
              <a:t>주소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필터링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유형별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사용자별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기간</a:t>
            </a:r>
            <a:r>
              <a:rPr dirty="0"/>
              <a:t> (</a:t>
            </a:r>
            <a:r>
              <a:rPr dirty="0" err="1"/>
              <a:t>시작일</a:t>
            </a:r>
            <a:r>
              <a:rPr dirty="0"/>
              <a:t> ~ </a:t>
            </a:r>
            <a:r>
              <a:rPr dirty="0" err="1"/>
              <a:t>종료일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* </a:t>
            </a:r>
            <a:r>
              <a:rPr dirty="0" err="1"/>
              <a:t>관리자</a:t>
            </a:r>
            <a:r>
              <a:rPr dirty="0"/>
              <a:t>, </a:t>
            </a:r>
            <a:r>
              <a:rPr dirty="0" err="1"/>
              <a:t>리뷰어만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내보내기 (Export)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맑은 고딕"/>
              </a:defRPr>
            </a:pPr>
            <a:r>
              <a:t>서명 완료된 노트를 파일로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내보내기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PDF: </a:t>
            </a:r>
            <a:r>
              <a:rPr dirty="0" err="1"/>
              <a:t>노트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PDF로</a:t>
            </a:r>
            <a:r>
              <a:rPr dirty="0"/>
              <a:t> </a:t>
            </a:r>
            <a:r>
              <a:rPr dirty="0" err="1"/>
              <a:t>변환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ZIP: </a:t>
            </a:r>
            <a:r>
              <a:rPr dirty="0" err="1"/>
              <a:t>노트</a:t>
            </a:r>
            <a:r>
              <a:rPr dirty="0"/>
              <a:t> + </a:t>
            </a:r>
            <a:r>
              <a:rPr dirty="0" err="1"/>
              <a:t>첨부파일을</a:t>
            </a:r>
            <a:r>
              <a:rPr dirty="0"/>
              <a:t> </a:t>
            </a:r>
            <a:r>
              <a:rPr dirty="0" err="1"/>
              <a:t>ZIP으로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내보내기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ZIP으로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대기</a:t>
            </a:r>
            <a:r>
              <a:rPr dirty="0"/>
              <a:t> 중 → </a:t>
            </a:r>
            <a:r>
              <a:rPr dirty="0" err="1"/>
              <a:t>처리</a:t>
            </a:r>
            <a:r>
              <a:rPr dirty="0"/>
              <a:t> 중 → </a:t>
            </a:r>
            <a:r>
              <a:rPr dirty="0" err="1"/>
              <a:t>완료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맑은 고딕"/>
              </a:defRPr>
            </a:pPr>
            <a:r>
              <a:rPr dirty="0"/>
              <a:t>  -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 후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만료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11.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알림 종류와 확인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우측</a:t>
            </a:r>
            <a:r>
              <a:rPr dirty="0"/>
              <a:t> </a:t>
            </a:r>
            <a:r>
              <a:rPr dirty="0" err="1"/>
              <a:t>상단의</a:t>
            </a:r>
            <a:r>
              <a:rPr dirty="0"/>
              <a:t> 종 </a:t>
            </a:r>
            <a:r>
              <a:rPr dirty="0" err="1"/>
              <a:t>모양</a:t>
            </a:r>
            <a:r>
              <a:rPr dirty="0"/>
              <a:t> </a:t>
            </a:r>
            <a:r>
              <a:rPr dirty="0" err="1"/>
              <a:t>아이콘을</a:t>
            </a:r>
            <a:r>
              <a:rPr dirty="0"/>
              <a:t> </a:t>
            </a:r>
            <a:r>
              <a:rPr dirty="0" err="1"/>
              <a:t>클릭하면</a:t>
            </a:r>
            <a:r>
              <a:rPr dirty="0"/>
              <a:t>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목록이</a:t>
            </a:r>
            <a:r>
              <a:rPr dirty="0"/>
              <a:t> </a:t>
            </a:r>
            <a:r>
              <a:rPr dirty="0" err="1"/>
              <a:t>표시됩니다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읽지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알림이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</a:t>
            </a:r>
            <a:r>
              <a:rPr dirty="0" err="1"/>
              <a:t>아이콘</a:t>
            </a:r>
            <a:r>
              <a:rPr dirty="0"/>
              <a:t> </a:t>
            </a:r>
            <a:r>
              <a:rPr dirty="0" err="1"/>
              <a:t>옆에</a:t>
            </a:r>
            <a:r>
              <a:rPr dirty="0"/>
              <a:t> </a:t>
            </a:r>
            <a:r>
              <a:rPr dirty="0" err="1"/>
              <a:t>숫자가</a:t>
            </a:r>
            <a:r>
              <a:rPr dirty="0"/>
              <a:t> </a:t>
            </a:r>
            <a:r>
              <a:rPr dirty="0" err="1"/>
              <a:t>표시됩니다</a:t>
            </a:r>
            <a:r>
              <a:rPr dirty="0"/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25603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알림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유형</a:t>
                      </a:r>
                      <a:endParaRPr dirty="0"/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언제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받나요</a:t>
                      </a:r>
                      <a:r>
                        <a:rPr dirty="0"/>
                        <a:t>?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잠금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내가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작성한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잠겼을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서명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내가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작성한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전자서명이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완료되었을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잠금 해제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잠긴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해제되었을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승인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rPr dirty="0"/>
                        <a:t>내 </a:t>
                      </a:r>
                      <a:r>
                        <a:rPr dirty="0" err="1"/>
                        <a:t>장비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예약이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승인되었을</a:t>
                      </a:r>
                      <a:r>
                        <a:rPr dirty="0"/>
                        <a:t> 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알림을</a:t>
            </a:r>
            <a:r>
              <a:rPr dirty="0"/>
              <a:t> </a:t>
            </a:r>
            <a:r>
              <a:rPr dirty="0" err="1"/>
              <a:t>클릭하면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항목으로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이동합니다</a:t>
            </a:r>
            <a:br>
              <a:rPr dirty="0"/>
            </a:br>
            <a:r>
              <a:rPr dirty="0"/>
              <a:t>- [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읽음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] </a:t>
            </a:r>
            <a:r>
              <a:rPr dirty="0" err="1"/>
              <a:t>버튼으로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알림을</a:t>
            </a:r>
            <a:r>
              <a:rPr dirty="0"/>
              <a:t> </a:t>
            </a:r>
            <a:r>
              <a:rPr dirty="0" err="1"/>
              <a:t>읽음</a:t>
            </a:r>
            <a:r>
              <a:rPr dirty="0"/>
              <a:t> </a:t>
            </a:r>
            <a:r>
              <a:rPr dirty="0" err="1"/>
              <a:t>처리할</a:t>
            </a:r>
            <a:r>
              <a:rPr dirty="0"/>
              <a:t> 수 </a:t>
            </a:r>
            <a:r>
              <a:rPr dirty="0" err="1"/>
              <a:t>있습니다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12. 관리자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관리자(Admin) 전용 메뉴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/</a:t>
            </a:r>
            <a:r>
              <a:rPr dirty="0" err="1"/>
              <a:t>수정</a:t>
            </a:r>
            <a:r>
              <a:rPr dirty="0"/>
              <a:t>/</a:t>
            </a:r>
            <a:r>
              <a:rPr dirty="0" err="1"/>
              <a:t>삭제</a:t>
            </a:r>
            <a:br>
              <a:rPr dirty="0"/>
            </a:br>
            <a:r>
              <a:rPr dirty="0"/>
              <a:t>-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조직에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팀/</a:t>
            </a:r>
            <a:r>
              <a:rPr dirty="0" err="1"/>
              <a:t>사용자</a:t>
            </a:r>
            <a:br>
              <a:rPr dirty="0"/>
            </a:br>
            <a:r>
              <a:rPr dirty="0"/>
              <a:t>-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없을</a:t>
            </a:r>
            <a:r>
              <a:rPr dirty="0"/>
              <a:t> </a:t>
            </a:r>
            <a:r>
              <a:rPr dirty="0" err="1"/>
              <a:t>때만</a:t>
            </a:r>
            <a:r>
              <a:rPr dirty="0"/>
              <a:t> </a:t>
            </a:r>
            <a:r>
              <a:rPr dirty="0" err="1"/>
              <a:t>삭제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팀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709159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팀 </a:t>
            </a:r>
            <a:r>
              <a:rPr dirty="0" err="1"/>
              <a:t>생성</a:t>
            </a:r>
            <a:r>
              <a:rPr dirty="0"/>
              <a:t>/</a:t>
            </a:r>
            <a:r>
              <a:rPr dirty="0" err="1"/>
              <a:t>편집</a:t>
            </a:r>
            <a:r>
              <a:rPr dirty="0"/>
              <a:t>/</a:t>
            </a:r>
            <a:r>
              <a:rPr dirty="0" err="1"/>
              <a:t>삭제</a:t>
            </a:r>
            <a:br>
              <a:rPr dirty="0"/>
            </a:br>
            <a:r>
              <a:rPr dirty="0"/>
              <a:t>-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/</a:t>
            </a:r>
            <a:r>
              <a:rPr dirty="0" err="1"/>
              <a:t>제거</a:t>
            </a:r>
            <a:br>
              <a:rPr dirty="0"/>
            </a:br>
            <a:r>
              <a:rPr dirty="0"/>
              <a:t>- </a:t>
            </a:r>
            <a:r>
              <a:rPr dirty="0" err="1"/>
              <a:t>리더</a:t>
            </a:r>
            <a:r>
              <a:rPr dirty="0"/>
              <a:t>/</a:t>
            </a:r>
            <a:r>
              <a:rPr dirty="0" err="1"/>
              <a:t>멤버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배정</a:t>
            </a:r>
            <a:br>
              <a:rPr dirty="0"/>
            </a:br>
            <a:r>
              <a:rPr dirty="0"/>
              <a:t>- 한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팀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58200" y="1874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(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이메일</a:t>
            </a:r>
            <a:r>
              <a:rPr dirty="0"/>
              <a:t>, </a:t>
            </a:r>
            <a:r>
              <a:rPr dirty="0" err="1"/>
              <a:t>비밀번호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(</a:t>
            </a:r>
            <a:r>
              <a:rPr dirty="0" err="1"/>
              <a:t>관리자</a:t>
            </a:r>
            <a:r>
              <a:rPr dirty="0"/>
              <a:t>/</a:t>
            </a:r>
            <a:r>
              <a:rPr dirty="0" err="1"/>
              <a:t>리뷰어</a:t>
            </a:r>
            <a:r>
              <a:rPr dirty="0"/>
              <a:t>/</a:t>
            </a:r>
            <a:r>
              <a:rPr dirty="0" err="1"/>
              <a:t>연구원</a:t>
            </a:r>
            <a:r>
              <a:rPr dirty="0"/>
              <a:t>/</a:t>
            </a:r>
            <a:r>
              <a:rPr dirty="0" err="1"/>
              <a:t>뷰어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(</a:t>
            </a:r>
            <a:r>
              <a:rPr dirty="0" err="1"/>
              <a:t>활성</a:t>
            </a:r>
            <a:r>
              <a:rPr dirty="0"/>
              <a:t>/</a:t>
            </a:r>
            <a:r>
              <a:rPr dirty="0" err="1"/>
              <a:t>비활성</a:t>
            </a:r>
            <a:r>
              <a:rPr dirty="0"/>
              <a:t>/</a:t>
            </a:r>
            <a:r>
              <a:rPr dirty="0" err="1"/>
              <a:t>정지</a:t>
            </a:r>
            <a:r>
              <a:rPr dirty="0"/>
              <a:t>)</a:t>
            </a:r>
            <a:br>
              <a:rPr dirty="0"/>
            </a:br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삭제</a:t>
            </a:r>
            <a:r>
              <a:rPr dirty="0"/>
              <a:t> (</a:t>
            </a:r>
            <a:r>
              <a:rPr dirty="0" err="1"/>
              <a:t>되돌릴</a:t>
            </a:r>
            <a:r>
              <a:rPr dirty="0"/>
              <a:t> 수 </a:t>
            </a:r>
            <a:r>
              <a:rPr dirty="0" err="1"/>
              <a:t>없음</a:t>
            </a:r>
            <a:r>
              <a:rPr dirty="0"/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역할/권한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기본 4가지 역할 제공</a:t>
            </a:r>
            <a:br/>
            <a:r>
              <a:t>- 사용자 정의 역할 생성 가능</a:t>
            </a:r>
            <a:br/>
            <a:r>
              <a:t>- 역할별 세부 권한 설정</a:t>
            </a:r>
            <a:br/>
            <a:r>
              <a:t>- 사용 중인 역할은 삭제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59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코드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인벤토리 유형/카테고리 코드 관리</a:t>
            </a:r>
            <a:br/>
            <a:r>
              <a:t>- 시스템에서 사용하는 코드값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시스템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- 조직 이름 표시 설정</a:t>
            </a:r>
            <a:br/>
            <a:r>
              <a:t>- 기본 언어 설정</a:t>
            </a:r>
            <a:br/>
            <a:r>
              <a:t>- 파일 저장소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13. 역할별 권한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연구노트 / 템플릿 / 인벤토리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연구노트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작성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수정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노트 삭제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상태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전자서명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잠금 해제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인벤토리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등록/수정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장비 예약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93776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예약 만들기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승인/거절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자원 등록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기타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4937760"/>
          <a:ext cx="50109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뷰어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감사로그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파일 업로드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사용자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팀/역할 관리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O = 가능  /  X = 불가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13. 역할별 일상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각 역할의 하루 업무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관리자의 하루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8288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/>
              <a:t>1. </a:t>
            </a:r>
            <a:r>
              <a:rPr dirty="0" err="1"/>
              <a:t>대시보드에서</a:t>
            </a:r>
            <a:r>
              <a:rPr dirty="0"/>
              <a:t> 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2. 새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및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배정</a:t>
            </a:r>
            <a:br>
              <a:rPr dirty="0"/>
            </a:br>
            <a:r>
              <a:rPr dirty="0"/>
              <a:t>3. </a:t>
            </a:r>
            <a:r>
              <a:rPr dirty="0" err="1"/>
              <a:t>잠긴</a:t>
            </a:r>
            <a:r>
              <a:rPr dirty="0"/>
              <a:t> </a:t>
            </a:r>
            <a:r>
              <a:rPr dirty="0" err="1"/>
              <a:t>노트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후 </a:t>
            </a:r>
            <a:r>
              <a:rPr dirty="0" err="1"/>
              <a:t>잠금</a:t>
            </a:r>
            <a:r>
              <a:rPr dirty="0"/>
              <a:t> </a:t>
            </a:r>
            <a:r>
              <a:rPr dirty="0" err="1"/>
              <a:t>해제</a:t>
            </a:r>
            <a:r>
              <a:rPr dirty="0"/>
              <a:t> </a:t>
            </a:r>
            <a:r>
              <a:rPr dirty="0" err="1"/>
              <a:t>결정</a:t>
            </a:r>
            <a:br>
              <a:rPr dirty="0"/>
            </a:br>
            <a:r>
              <a:rPr dirty="0"/>
              <a:t>4.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거절</a:t>
            </a:r>
            <a:br>
              <a:rPr dirty="0"/>
            </a:br>
            <a:r>
              <a:rPr dirty="0"/>
              <a:t>5. </a:t>
            </a:r>
            <a:r>
              <a:rPr dirty="0" err="1"/>
              <a:t>감사로그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rPr dirty="0" err="1"/>
              <a:t>리뷰어의</a:t>
            </a:r>
            <a:r>
              <a:rPr dirty="0"/>
              <a:t> </a:t>
            </a:r>
            <a:r>
              <a:rPr dirty="0" err="1"/>
              <a:t>하루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/>
              <a:t>1. </a:t>
            </a:r>
            <a:r>
              <a:rPr dirty="0" err="1"/>
              <a:t>대시보드에서</a:t>
            </a:r>
            <a:r>
              <a:rPr dirty="0"/>
              <a:t>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노트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2. </a:t>
            </a:r>
            <a:r>
              <a:rPr dirty="0" err="1"/>
              <a:t>연구노트</a:t>
            </a:r>
            <a:r>
              <a:rPr dirty="0"/>
              <a:t> </a:t>
            </a:r>
            <a:r>
              <a:rPr dirty="0" err="1"/>
              <a:t>내용</a:t>
            </a:r>
            <a:r>
              <a:rPr dirty="0"/>
              <a:t> </a:t>
            </a:r>
            <a:r>
              <a:rPr dirty="0" err="1"/>
              <a:t>검토</a:t>
            </a:r>
            <a:br>
              <a:rPr dirty="0"/>
            </a:br>
            <a:r>
              <a:rPr dirty="0"/>
              <a:t>3. </a:t>
            </a:r>
            <a:r>
              <a:rPr dirty="0" err="1"/>
              <a:t>완성된</a:t>
            </a:r>
            <a:r>
              <a:rPr dirty="0"/>
              <a:t> </a:t>
            </a:r>
            <a:r>
              <a:rPr dirty="0" err="1"/>
              <a:t>노트에</a:t>
            </a:r>
            <a:r>
              <a:rPr dirty="0"/>
              <a:t> </a:t>
            </a:r>
            <a:r>
              <a:rPr dirty="0" err="1"/>
              <a:t>전자서명</a:t>
            </a:r>
            <a:br>
              <a:rPr dirty="0"/>
            </a:br>
            <a:r>
              <a:rPr dirty="0"/>
              <a:t>4.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거절</a:t>
            </a:r>
            <a:br>
              <a:rPr dirty="0"/>
            </a:br>
            <a:r>
              <a:rPr dirty="0"/>
              <a:t>5. </a:t>
            </a:r>
            <a:r>
              <a:rPr dirty="0" err="1"/>
              <a:t>감사로그로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맑은 고딕"/>
              </a:defRPr>
            </a:pPr>
            <a:r>
              <a:t>연구원의 하루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t>1. 대시보드에서 진행 중 실험 확인</a:t>
            </a:r>
            <a:br/>
            <a:r>
              <a:t>2. 연구노트 작성 및 데이터 기록</a:t>
            </a:r>
            <a:br/>
            <a:r>
              <a:t>3. 사용한 시약/장비를 노트에 연결</a:t>
            </a:r>
            <a:br/>
            <a:r>
              <a:t>4. 인벤토리 수량 출고 처리</a:t>
            </a:r>
            <a:br/>
            <a:r>
              <a:t>5. 필요한 장비 예약 신청</a:t>
            </a:r>
            <a:br/>
            <a:r>
              <a:t>6. 완료 노트를 리뷰어에게 검토 요청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280"/>
                </a:solidFill>
                <a:latin typeface="맑은 고딕"/>
              </a:defRPr>
            </a:pPr>
            <a:r>
              <a:t>뷰어의 하루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389120"/>
            <a:ext cx="182880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/>
              <a:t>1. </a:t>
            </a:r>
            <a:r>
              <a:rPr dirty="0" err="1"/>
              <a:t>대시보드에서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2. </a:t>
            </a:r>
            <a:r>
              <a:rPr dirty="0" err="1"/>
              <a:t>연구노트</a:t>
            </a:r>
            <a:r>
              <a:rPr dirty="0"/>
              <a:t>/</a:t>
            </a:r>
            <a:r>
              <a:rPr dirty="0" err="1"/>
              <a:t>인벤토리</a:t>
            </a:r>
            <a:r>
              <a:rPr dirty="0"/>
              <a:t>/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조회</a:t>
            </a:r>
            <a:br>
              <a:rPr dirty="0"/>
            </a:br>
            <a:r>
              <a:rPr dirty="0"/>
              <a:t>3.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및 </a:t>
            </a:r>
            <a:r>
              <a:rPr dirty="0" err="1"/>
              <a:t>다운로드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14. 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수정할</a:t>
            </a:r>
            <a:r>
              <a:rPr dirty="0"/>
              <a:t> 수 </a:t>
            </a:r>
            <a:r>
              <a:rPr dirty="0" err="1"/>
              <a:t>있나요</a:t>
            </a:r>
            <a:r>
              <a:rPr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아닙니다</a:t>
            </a:r>
            <a:r>
              <a:rPr dirty="0"/>
              <a:t>. </a:t>
            </a:r>
            <a:r>
              <a:rPr dirty="0" err="1"/>
              <a:t>서명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노트는</a:t>
            </a:r>
            <a:r>
              <a:rPr dirty="0"/>
              <a:t> </a:t>
            </a:r>
            <a:r>
              <a:rPr dirty="0" err="1"/>
              <a:t>수정할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</a:t>
            </a:r>
            <a:br>
              <a:rPr dirty="0"/>
            </a:br>
            <a:r>
              <a:rPr dirty="0"/>
              <a:t>새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작성하여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참조하세요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연구원인데 전자서명이 안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전자서명은</a:t>
            </a:r>
            <a:r>
              <a:rPr dirty="0"/>
              <a:t> </a:t>
            </a:r>
            <a:r>
              <a:rPr dirty="0" err="1"/>
              <a:t>리뷰어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관리자만</a:t>
            </a:r>
            <a:r>
              <a:rPr dirty="0"/>
              <a:t> </a:t>
            </a:r>
            <a:r>
              <a:rPr dirty="0" err="1"/>
              <a:t>가능합니다</a:t>
            </a:r>
            <a:r>
              <a:rPr dirty="0"/>
              <a:t>.</a:t>
            </a:r>
            <a:br>
              <a:rPr dirty="0"/>
            </a:br>
            <a:r>
              <a:rPr dirty="0" err="1"/>
              <a:t>리뷰어에게</a:t>
            </a:r>
            <a:r>
              <a:rPr dirty="0"/>
              <a:t> </a:t>
            </a:r>
            <a:r>
              <a:rPr dirty="0" err="1"/>
              <a:t>서명을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잠긴</a:t>
            </a:r>
            <a:r>
              <a:rPr dirty="0"/>
              <a:t> </a:t>
            </a:r>
            <a:r>
              <a:rPr dirty="0" err="1"/>
              <a:t>노트를</a:t>
            </a:r>
            <a:r>
              <a:rPr dirty="0"/>
              <a:t> </a:t>
            </a:r>
            <a:r>
              <a:rPr dirty="0" err="1"/>
              <a:t>수정하고</a:t>
            </a:r>
            <a:r>
              <a:rPr dirty="0"/>
              <a:t> </a:t>
            </a:r>
            <a:r>
              <a:rPr dirty="0" err="1"/>
              <a:t>싶어요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관리자에게</a:t>
            </a:r>
            <a:r>
              <a:rPr dirty="0"/>
              <a:t> </a:t>
            </a:r>
            <a:r>
              <a:rPr dirty="0" err="1"/>
              <a:t>잠금</a:t>
            </a:r>
            <a:r>
              <a:rPr dirty="0"/>
              <a:t> </a:t>
            </a:r>
            <a:r>
              <a:rPr dirty="0" err="1"/>
              <a:t>해제를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  <a:br>
              <a:rPr dirty="0"/>
            </a:br>
            <a:r>
              <a:rPr dirty="0" err="1"/>
              <a:t>해제</a:t>
            </a:r>
            <a:r>
              <a:rPr dirty="0"/>
              <a:t> 시 </a:t>
            </a:r>
            <a:r>
              <a:rPr dirty="0" err="1"/>
              <a:t>노트가</a:t>
            </a:r>
            <a:r>
              <a:rPr dirty="0"/>
              <a:t> '</a:t>
            </a:r>
            <a:r>
              <a:rPr dirty="0" err="1"/>
              <a:t>초안</a:t>
            </a:r>
            <a:r>
              <a:rPr dirty="0"/>
              <a:t>'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돌아갑니다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Q. </a:t>
            </a:r>
            <a:r>
              <a:rPr dirty="0" err="1"/>
              <a:t>비밀번호를</a:t>
            </a:r>
            <a:r>
              <a:rPr dirty="0"/>
              <a:t> </a:t>
            </a:r>
            <a:r>
              <a:rPr dirty="0" err="1"/>
              <a:t>잊어버렸어요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rPr dirty="0" err="1"/>
              <a:t>관리자에게</a:t>
            </a:r>
            <a:r>
              <a:rPr dirty="0"/>
              <a:t> </a:t>
            </a:r>
            <a:r>
              <a:rPr dirty="0" err="1"/>
              <a:t>비밀번호</a:t>
            </a:r>
            <a:r>
              <a:rPr dirty="0"/>
              <a:t> </a:t>
            </a:r>
            <a:r>
              <a:rPr dirty="0" err="1"/>
              <a:t>초기화를</a:t>
            </a:r>
            <a:r>
              <a:rPr dirty="0"/>
              <a:t> </a:t>
            </a:r>
            <a:r>
              <a:rPr dirty="0" err="1"/>
              <a:t>요청하세요</a:t>
            </a:r>
            <a:r>
              <a:rPr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관리 메뉴가 보이지 않아요.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t>관리 메뉴는 관리자(Admin)에게만 표시됩니다.</a:t>
            </a:r>
            <a:br/>
            <a:r>
              <a:t>관리자 권한이 필요하면 기존 관리자에게 문의하세요.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Q. 수량을 잘못 입력했어요.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맑은 고딕"/>
              </a:defRPr>
            </a:pPr>
            <a:r>
              <a:t>'조정(Adjust)' 기능으로 정확한 수량을 재설정할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* 이 문서에서 답을 찾지 못한 경우, 시스템 관리자에게 문의해 주세요.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LabNote ELN 사용자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  <a:latin typeface="맑은 고딕"/>
              </a:defRPr>
            </a:pPr>
            <a:r>
              <a:t>궁금한 점은 시스템 관리자에게 문의해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2543</Words>
  <Application>Microsoft Office PowerPoint</Application>
  <PresentationFormat>와이드스크린</PresentationFormat>
  <Paragraphs>550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명수 임</cp:lastModifiedBy>
  <cp:revision>5</cp:revision>
  <dcterms:created xsi:type="dcterms:W3CDTF">2013-01-27T09:14:16Z</dcterms:created>
  <dcterms:modified xsi:type="dcterms:W3CDTF">2026-03-30T01:28:45Z</dcterms:modified>
  <cp:category/>
</cp:coreProperties>
</file>
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완료보고서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LabNote ELN (전자연구노트 협업 플랫폼)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OOO | 2026년 03월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LabNote ELN (전자연구노트 협업 플랫폼)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 기간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2025년 10월 ~ 2026년 3월 (6개월)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발주 기관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OOO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 업체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 OOO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목표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구축형 전자연구노트 협업 플랫폼 구축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주요 수행 성과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Docker Compose 기반 MSA (9개 마이크로서비스)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Fastify + Prisma + TypeScript 통일 기술 스택
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전자연구노트: 작성, 버전관리, 실시간 협업 편집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전자서명: 해시체인 기반 무결성 보장, 감사로그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RBAC 권한관리: 조직/팀/역할 기반 접근제어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인벤토리: 시약/샘플/장비 관리, 바코드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장비/회의실 예약 시스템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통합검색 (OpenSearch, 한국어 형태소 분석)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다국어 지원 (한국어/영어)
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구성도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[React Frontend :5173]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|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[API Gateway :8000]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    |    |    |    |    |   \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  eln  sig  inv  sched srch file collab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:8001 :8002 :8003 :8004 :8005 :8006 :8008 :8009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\    |    |    |    |    |   /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[PostgreSQL] [Redis] [MinIO] [OpenSearch]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일정 준수 현황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착수/분석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2025.10 ~ 2025.11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2025.10 ~ 2025.11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2025.11 ~ 2025.12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2025.11 ~ 2025.12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2025.12 ~ 2026.02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2025.12 ~ 2026.02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테스트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2026.02 ~ 2026.03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2026.02 ~ 2026.03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이행/교육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향후 계획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하자보수 (12개월)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SLA 기반 장애 대응 체계 운영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보안 패치 및 성능 최적화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안정화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사용자 피드백 반영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모니터링 체계 고도화 (Jaeger, Dozzle)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계획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AI 기반 실험 데이터 분석 기능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외부 LIMS 시스템 연동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모바일 앱 지원
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완료보고서</dc:title>
  <dc:subject>LabNote ELN (전자연구노트 협업 플랫폼)</dc:subject>
  <dc:creator>PptxGenJS</dc:creator>
  <cp:lastModifiedBy>PptxGenJS</cp:lastModifiedBy>
  <cp:revision>1</cp:revision>
  <dcterms:created xsi:type="dcterms:W3CDTF">2026-03-25T05:14:08Z</dcterms:created>
  <dcterms:modified xsi:type="dcterms:W3CDTF">2026-03-25T05:14:08Z</dcterms:modified>
</cp:coreProperties>
</file>
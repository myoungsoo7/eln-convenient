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계획서 및 교육자료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LabNote ELN (전자연구노트 협업 플랫폼)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OOO | 2026년 03월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교육 개요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교육 일정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대상별 교육 내용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접속 및 로그인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연구노트 작성 가이드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전자서명 프로세스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인벤토리/예약 사용법
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Q&amp;A 및 실습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교육 개요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목적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LabNote ELN 시스템의 효과적 활용을 위한 사용자 역량 확보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대상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사용자 (연구원, 리뷰어, 관리자)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방식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집합 교육 + 실습 (온라인 병행 가능)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시간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8시간 (2일, 1일 4시간)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장소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교육장 / 온라인 화상회의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교육 일정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365760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10:00~12:00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개요, 접속/로그인, 대시보드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13:00~15:00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연구노트 작성, 협업 편집, 파일 관리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10:00~12:00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전자서명, 노트 상태관리, 감사로그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리뷰어/관리자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13:00~15:00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인벤토리, 장비예약, 통합검색, Q&amp;A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접속 및 로그인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방법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웹 브라우저(Chrome/Edge) 실행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시스템 URL 입력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이메일/비밀번호 입력 후 로그인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SSO(Keycloak) 연동 시 기업 계정으로 로그인
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권한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Researcher: 노트 작성/편집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Reviewer: 노트 검토, 서명, 잠금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Admin: 전체 관리, 잠금해제, 사용자 관리
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연구노트 작성 가이드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 작성 흐름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[새 노트 작성] -&gt; [제목/내용 입력] -&gt; [파일 첨부] -&gt; [저장]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-&gt; [진행 중 전환] -&gt; [실험 기록] -&gt; [서명 요청]
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리치 텍스트 에디터 (볼드, 이탤릭, 테이블, 이미지)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실시간 협업 편집 (여러 사용자 동시 편집)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자동 리비전 저장 (변경 이력 추적)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템플릿 기반 빠른 작성
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전자서명 프로세스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서명 프로세스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1. 노트 상태: in_progress 확인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[서명] 버튼 클릭 (Reviewer/Admin만)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3. 비밀번호 입력하여 본인 확인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4. 해시체인 기반 전자서명 생성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5. 노트 상태 자동 전환: signed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6. 서명 완료 후 노트는 영구 불변
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서명 후에는 어떤 역할도 노트를 수정/삭제할 수 없습니다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감사로그에 서명 이력이 영구 보관됩니다
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Q&amp;A 및 실습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과제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연구노트 작성 및 파일 첨부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다른 사용자와 실시간 협업 편집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노트 상태 전환 (draft -&gt; in_progress)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인벤토리 항목 등록 및 검색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장비 예약 및 승인 프로세스 체험
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문의처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시스템 관리자: admin@company.com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교육 담당: training@company.com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계획서 및 교육자료</dc:title>
  <dc:subject>LabNote ELN (전자연구노트 협업 플랫폼)</dc:subject>
  <dc:creator>주식회사 OOO</dc:creator>
  <cp:lastModifiedBy>주식회사 OOO</cp:lastModifiedBy>
  <cp:revision>1</cp:revision>
  <dcterms:created xsi:type="dcterms:W3CDTF">2026-03-25T05:14:08Z</dcterms:created>
  <dcterms:modified xsi:type="dcterms:W3CDTF">2026-03-25T05:14:08Z</dcterms:modified>
</cp:coreProperties>
</file>